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1"/>
  </p:notesMasterIdLst>
  <p:sldIdLst>
    <p:sldId id="256" r:id="rId2"/>
    <p:sldId id="257" r:id="rId3"/>
    <p:sldId id="258" r:id="rId4"/>
    <p:sldId id="262" r:id="rId5"/>
    <p:sldId id="263" r:id="rId6"/>
    <p:sldId id="264" r:id="rId7"/>
    <p:sldId id="265" r:id="rId8"/>
    <p:sldId id="266" r:id="rId9"/>
    <p:sldId id="259" r:id="rId10"/>
    <p:sldId id="261" r:id="rId11"/>
    <p:sldId id="267" r:id="rId12"/>
    <p:sldId id="272" r:id="rId13"/>
    <p:sldId id="268" r:id="rId14"/>
    <p:sldId id="297" r:id="rId15"/>
    <p:sldId id="270" r:id="rId16"/>
    <p:sldId id="271" r:id="rId17"/>
    <p:sldId id="273" r:id="rId18"/>
    <p:sldId id="274" r:id="rId19"/>
    <p:sldId id="277" r:id="rId20"/>
  </p:sldIdLst>
  <p:sldSz cx="9144000" cy="5143500" type="screen16x9"/>
  <p:notesSz cx="6858000" cy="9144000"/>
  <p:embeddedFontLst>
    <p:embeddedFont>
      <p:font typeface="Domine" panose="02040503040403060204" pitchFamily="18" charset="0"/>
      <p:regular r:id="rId22"/>
      <p:bold r:id="rId23"/>
    </p:embeddedFont>
    <p:embeddedFont>
      <p:font typeface="Figtree" pitchFamily="2" charset="0"/>
      <p:regular r:id="rId24"/>
      <p:bold r:id="rId25"/>
      <p:italic r:id="rId26"/>
      <p:boldItalic r:id="rId27"/>
    </p:embeddedFont>
    <p:embeddedFont>
      <p:font typeface="Nunito Light" pitchFamily="2" charset="77"/>
      <p:regular r:id="rId28"/>
      <p:italic r:id="rId29"/>
    </p:embeddedFont>
    <p:embeddedFont>
      <p:font typeface="Raleway" pitchFamily="2" charset="77"/>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7D95"/>
    <a:srgbClr val="F2F2F2"/>
    <a:srgbClr val="D9D9D9"/>
    <a:srgbClr val="A8DEB5"/>
    <a:srgbClr val="0569AC"/>
    <a:srgbClr val="44A2CA"/>
    <a:srgbClr val="CCEBC5"/>
    <a:srgbClr val="F1FAE9"/>
    <a:srgbClr val="7BCCC5"/>
    <a:srgbClr val="CFDA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0B5BE45-36B4-47E0-97DB-37AA4AE704C2}">
  <a:tblStyle styleId="{E0B5BE45-36B4-47E0-97DB-37AA4AE704C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2059EAC-F893-40DB-B2FA-95F432BF2FD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2"/>
    <p:restoredTop sz="94658"/>
  </p:normalViewPr>
  <p:slideViewPr>
    <p:cSldViewPr snapToGrid="0">
      <p:cViewPr varScale="1">
        <p:scale>
          <a:sx n="160" d="100"/>
          <a:sy n="160" d="100"/>
        </p:scale>
        <p:origin x="8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86" name="Google Shape;2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0fb8bc67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4" name="Google Shape;294;g10fb8bc67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1ff18b49f3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03" name="Google Shape;303;g1ff18b49f3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91" name="Google Shape;391;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1125d80b419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44" name="Google Shape;444;g1125d80b419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125d80b419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57" name="Google Shape;457;g1125d80b419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1ff18b49f31_1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74" name="Google Shape;474;g1ff18b49f31_1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1125d80b419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2" name="Google Shape;482;g1125d80b419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125d80b41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20" name="Google Shape;320;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110860aa5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38" name="Google Shape;338;g110860aa5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1ff18b49f31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1" name="Google Shape;491;g1ff18b49f31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1125d80b419_0_7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55" name="Google Shape;555;g1125d80b419_0_7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1e3e3d52f13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7" name="Google Shape;497;g1e3e3d52f1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A483D879-F227-132A-5C86-FB049BC4A4A6}"/>
            </a:ext>
          </a:extLst>
        </p:cNvPr>
        <p:cNvGrpSpPr/>
        <p:nvPr/>
      </p:nvGrpSpPr>
      <p:grpSpPr>
        <a:xfrm>
          <a:off x="0" y="0"/>
          <a:ext cx="0" cy="0"/>
          <a:chOff x="0" y="0"/>
          <a:chExt cx="0" cy="0"/>
        </a:xfrm>
      </p:grpSpPr>
      <p:sp>
        <p:nvSpPr>
          <p:cNvPr id="337" name="Google Shape;337;g110860aa576_0_0:notes">
            <a:extLst>
              <a:ext uri="{FF2B5EF4-FFF2-40B4-BE49-F238E27FC236}">
                <a16:creationId xmlns:a16="http://schemas.microsoft.com/office/drawing/2014/main" id="{0558A1EA-6052-7E83-1E9C-F8062731A9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38" name="Google Shape;338;g110860aa576_0_0:notes">
            <a:extLst>
              <a:ext uri="{FF2B5EF4-FFF2-40B4-BE49-F238E27FC236}">
                <a16:creationId xmlns:a16="http://schemas.microsoft.com/office/drawing/2014/main" id="{FA2B9562-C1CA-E979-5C7C-18C38D1BD7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3398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204a31f3634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29" name="Google Shape;529;g204a31f363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04a31f3634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5" name="Google Shape;535;g204a31f3634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1ff18b49f31_1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69" name="Google Shape;569;g1ff18b49f31_1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1125d80b419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26" name="Google Shape;626;g1125d80b419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p:cNvGrpSpPr/>
        <p:nvPr/>
      </p:nvGrpSpPr>
      <p:grpSpPr>
        <a:xfrm>
          <a:off x="0" y="0"/>
          <a:ext cx="0" cy="0"/>
          <a:chOff x="0" y="0"/>
          <a:chExt cx="0" cy="0"/>
        </a:xfrm>
      </p:grpSpPr>
      <p:sp>
        <p:nvSpPr>
          <p:cNvPr id="1442" name="Google Shape;1442;g25a570b26b2_0_175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443" name="Google Shape;1443;g25a570b26b2_0_175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100" y="2561300"/>
            <a:ext cx="7713900" cy="16155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rgbClr val="191919"/>
              </a:buClr>
              <a:buSzPts val="5200"/>
              <a:buNone/>
              <a:defRPr sz="49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109950" y="4176800"/>
            <a:ext cx="4924200" cy="431700"/>
          </a:xfrm>
          <a:prstGeom prst="rect">
            <a:avLst/>
          </a:prstGeom>
          <a:solidFill>
            <a:schemeClr val="dk2"/>
          </a:solidFill>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solidFill>
                  <a:schemeClr val="l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a:spLocks noGrp="1"/>
          </p:cNvSpPr>
          <p:nvPr>
            <p:ph type="pic" idx="2"/>
          </p:nvPr>
        </p:nvSpPr>
        <p:spPr>
          <a:xfrm>
            <a:off x="0" y="537200"/>
            <a:ext cx="9144000" cy="2024100"/>
          </a:xfrm>
          <a:prstGeom prst="rect">
            <a:avLst/>
          </a:prstGeom>
          <a:noFill/>
          <a:ln>
            <a:noFill/>
          </a:ln>
        </p:spPr>
        <p:txBody>
          <a:bodyPr/>
          <a:lstStyle/>
          <a:p>
            <a:endParaRPr lang="en-US"/>
          </a:p>
        </p:txBody>
      </p:sp>
      <p:sp>
        <p:nvSpPr>
          <p:cNvPr id="12" name="Google Shape;12;p2"/>
          <p:cNvSpPr/>
          <p:nvPr/>
        </p:nvSpPr>
        <p:spPr>
          <a:xfrm flipH="1">
            <a:off x="7839275" y="4076975"/>
            <a:ext cx="1965150" cy="942525"/>
          </a:xfrm>
          <a:custGeom>
            <a:avLst/>
            <a:gdLst/>
            <a:ahLst/>
            <a:cxnLst/>
            <a:rect l="l" t="t" r="r" b="b"/>
            <a:pathLst>
              <a:path w="78606" h="37701" extrusionOk="0">
                <a:moveTo>
                  <a:pt x="0" y="0"/>
                </a:moveTo>
                <a:lnTo>
                  <a:pt x="3494" y="4636"/>
                </a:lnTo>
                <a:cubicBezTo>
                  <a:pt x="3552" y="4635"/>
                  <a:pt x="3611" y="4635"/>
                  <a:pt x="3671" y="4635"/>
                </a:cubicBezTo>
                <a:cubicBezTo>
                  <a:pt x="6087" y="4635"/>
                  <a:pt x="8605" y="4961"/>
                  <a:pt x="10868" y="5879"/>
                </a:cubicBezTo>
                <a:cubicBezTo>
                  <a:pt x="12530" y="6551"/>
                  <a:pt x="13672" y="7491"/>
                  <a:pt x="14781" y="8868"/>
                </a:cubicBezTo>
                <a:cubicBezTo>
                  <a:pt x="15990" y="10380"/>
                  <a:pt x="17266" y="12093"/>
                  <a:pt x="18896" y="13186"/>
                </a:cubicBezTo>
                <a:cubicBezTo>
                  <a:pt x="21846" y="15153"/>
                  <a:pt x="25695" y="15370"/>
                  <a:pt x="29163" y="15370"/>
                </a:cubicBezTo>
                <a:cubicBezTo>
                  <a:pt x="29307" y="15370"/>
                  <a:pt x="29451" y="15370"/>
                  <a:pt x="29595" y="15369"/>
                </a:cubicBezTo>
                <a:cubicBezTo>
                  <a:pt x="31040" y="15356"/>
                  <a:pt x="32531" y="15270"/>
                  <a:pt x="34015" y="15270"/>
                </a:cubicBezTo>
                <a:cubicBezTo>
                  <a:pt x="36358" y="15270"/>
                  <a:pt x="38683" y="15485"/>
                  <a:pt x="40781" y="16545"/>
                </a:cubicBezTo>
                <a:cubicBezTo>
                  <a:pt x="42931" y="17636"/>
                  <a:pt x="44796" y="18896"/>
                  <a:pt x="47282" y="19148"/>
                </a:cubicBezTo>
                <a:cubicBezTo>
                  <a:pt x="50388" y="19467"/>
                  <a:pt x="54370" y="19181"/>
                  <a:pt x="57107" y="20912"/>
                </a:cubicBezTo>
                <a:cubicBezTo>
                  <a:pt x="57812" y="21349"/>
                  <a:pt x="58535" y="22137"/>
                  <a:pt x="58501" y="23044"/>
                </a:cubicBezTo>
                <a:cubicBezTo>
                  <a:pt x="58450" y="24086"/>
                  <a:pt x="57409" y="24540"/>
                  <a:pt x="56569" y="24858"/>
                </a:cubicBezTo>
                <a:cubicBezTo>
                  <a:pt x="54822" y="25497"/>
                  <a:pt x="52841" y="25783"/>
                  <a:pt x="51010" y="26085"/>
                </a:cubicBezTo>
                <a:cubicBezTo>
                  <a:pt x="48910" y="26455"/>
                  <a:pt x="46778" y="26773"/>
                  <a:pt x="44644" y="26941"/>
                </a:cubicBezTo>
                <a:cubicBezTo>
                  <a:pt x="40664" y="27261"/>
                  <a:pt x="36835" y="28386"/>
                  <a:pt x="32887" y="28974"/>
                </a:cubicBezTo>
                <a:cubicBezTo>
                  <a:pt x="30183" y="29393"/>
                  <a:pt x="27462" y="29680"/>
                  <a:pt x="24741" y="29998"/>
                </a:cubicBezTo>
                <a:cubicBezTo>
                  <a:pt x="23196" y="30166"/>
                  <a:pt x="21902" y="30217"/>
                  <a:pt x="20576" y="31140"/>
                </a:cubicBezTo>
                <a:cubicBezTo>
                  <a:pt x="20072" y="31493"/>
                  <a:pt x="19635" y="31913"/>
                  <a:pt x="19181" y="32316"/>
                </a:cubicBezTo>
                <a:cubicBezTo>
                  <a:pt x="18442" y="32972"/>
                  <a:pt x="17905" y="33240"/>
                  <a:pt x="16930" y="33475"/>
                </a:cubicBezTo>
                <a:cubicBezTo>
                  <a:pt x="14646" y="34029"/>
                  <a:pt x="12346" y="34533"/>
                  <a:pt x="10062" y="35070"/>
                </a:cubicBezTo>
                <a:cubicBezTo>
                  <a:pt x="9457" y="35222"/>
                  <a:pt x="5695" y="35558"/>
                  <a:pt x="5493" y="36398"/>
                </a:cubicBezTo>
                <a:cubicBezTo>
                  <a:pt x="5240" y="37538"/>
                  <a:pt x="11996" y="37700"/>
                  <a:pt x="16277" y="37700"/>
                </a:cubicBezTo>
                <a:cubicBezTo>
                  <a:pt x="17987" y="37700"/>
                  <a:pt x="19302" y="37674"/>
                  <a:pt x="19618" y="37674"/>
                </a:cubicBezTo>
                <a:cubicBezTo>
                  <a:pt x="19669" y="37675"/>
                  <a:pt x="19719" y="37675"/>
                  <a:pt x="19770" y="37675"/>
                </a:cubicBezTo>
                <a:cubicBezTo>
                  <a:pt x="21043" y="37675"/>
                  <a:pt x="22272" y="37486"/>
                  <a:pt x="23532" y="37406"/>
                </a:cubicBezTo>
                <a:cubicBezTo>
                  <a:pt x="23585" y="37403"/>
                  <a:pt x="23640" y="37402"/>
                  <a:pt x="23697" y="37402"/>
                </a:cubicBezTo>
                <a:cubicBezTo>
                  <a:pt x="23993" y="37402"/>
                  <a:pt x="24338" y="37433"/>
                  <a:pt x="24671" y="37433"/>
                </a:cubicBezTo>
                <a:cubicBezTo>
                  <a:pt x="25049" y="37433"/>
                  <a:pt x="25411" y="37393"/>
                  <a:pt x="25664" y="37220"/>
                </a:cubicBezTo>
                <a:cubicBezTo>
                  <a:pt x="25933" y="37052"/>
                  <a:pt x="26186" y="36600"/>
                  <a:pt x="26471" y="36364"/>
                </a:cubicBezTo>
                <a:cubicBezTo>
                  <a:pt x="27143" y="35809"/>
                  <a:pt x="27832" y="35474"/>
                  <a:pt x="28654" y="35138"/>
                </a:cubicBezTo>
                <a:cubicBezTo>
                  <a:pt x="31442" y="34029"/>
                  <a:pt x="34382" y="33525"/>
                  <a:pt x="37338" y="33005"/>
                </a:cubicBezTo>
                <a:cubicBezTo>
                  <a:pt x="38884" y="32736"/>
                  <a:pt x="40462" y="32719"/>
                  <a:pt x="42008" y="32468"/>
                </a:cubicBezTo>
                <a:cubicBezTo>
                  <a:pt x="43990" y="32148"/>
                  <a:pt x="45972" y="31829"/>
                  <a:pt x="47954" y="31442"/>
                </a:cubicBezTo>
                <a:cubicBezTo>
                  <a:pt x="53832" y="30318"/>
                  <a:pt x="59660" y="29024"/>
                  <a:pt x="65505" y="27680"/>
                </a:cubicBezTo>
                <a:cubicBezTo>
                  <a:pt x="68024" y="27109"/>
                  <a:pt x="70292" y="26168"/>
                  <a:pt x="72711" y="25362"/>
                </a:cubicBezTo>
                <a:cubicBezTo>
                  <a:pt x="74642" y="24708"/>
                  <a:pt x="76541" y="23666"/>
                  <a:pt x="77649" y="21869"/>
                </a:cubicBezTo>
                <a:cubicBezTo>
                  <a:pt x="78254" y="20894"/>
                  <a:pt x="78606" y="18946"/>
                  <a:pt x="77934" y="17938"/>
                </a:cubicBezTo>
                <a:cubicBezTo>
                  <a:pt x="76893" y="16377"/>
                  <a:pt x="74340" y="15839"/>
                  <a:pt x="72626" y="15520"/>
                </a:cubicBezTo>
                <a:cubicBezTo>
                  <a:pt x="70347" y="15101"/>
                  <a:pt x="67852" y="14739"/>
                  <a:pt x="65512" y="14739"/>
                </a:cubicBezTo>
                <a:cubicBezTo>
                  <a:pt x="65318" y="14739"/>
                  <a:pt x="65125" y="14742"/>
                  <a:pt x="64934" y="14747"/>
                </a:cubicBezTo>
                <a:cubicBezTo>
                  <a:pt x="63574" y="14781"/>
                  <a:pt x="62347" y="15150"/>
                  <a:pt x="61021" y="15302"/>
                </a:cubicBezTo>
                <a:cubicBezTo>
                  <a:pt x="60371" y="15382"/>
                  <a:pt x="59711" y="15405"/>
                  <a:pt x="59049" y="15405"/>
                </a:cubicBezTo>
                <a:cubicBezTo>
                  <a:pt x="58325" y="15405"/>
                  <a:pt x="57600" y="15378"/>
                  <a:pt x="56889" y="15369"/>
                </a:cubicBezTo>
                <a:cubicBezTo>
                  <a:pt x="54974" y="15352"/>
                  <a:pt x="52992" y="15033"/>
                  <a:pt x="51127" y="14613"/>
                </a:cubicBezTo>
                <a:cubicBezTo>
                  <a:pt x="49112" y="14142"/>
                  <a:pt x="47483" y="13085"/>
                  <a:pt x="45636" y="12212"/>
                </a:cubicBezTo>
                <a:cubicBezTo>
                  <a:pt x="44036" y="11471"/>
                  <a:pt x="42370" y="11240"/>
                  <a:pt x="40678" y="11240"/>
                </a:cubicBezTo>
                <a:cubicBezTo>
                  <a:pt x="37869" y="11240"/>
                  <a:pt x="34989" y="11877"/>
                  <a:pt x="32225" y="11877"/>
                </a:cubicBezTo>
                <a:cubicBezTo>
                  <a:pt x="32160" y="11877"/>
                  <a:pt x="32096" y="11876"/>
                  <a:pt x="32031" y="11876"/>
                </a:cubicBezTo>
                <a:lnTo>
                  <a:pt x="28269" y="11876"/>
                </a:lnTo>
                <a:cubicBezTo>
                  <a:pt x="27660" y="11876"/>
                  <a:pt x="26991" y="11941"/>
                  <a:pt x="26342" y="11941"/>
                </a:cubicBezTo>
                <a:cubicBezTo>
                  <a:pt x="25953" y="11941"/>
                  <a:pt x="25570" y="11918"/>
                  <a:pt x="25212" y="11842"/>
                </a:cubicBezTo>
                <a:cubicBezTo>
                  <a:pt x="24321" y="11640"/>
                  <a:pt x="23447" y="11170"/>
                  <a:pt x="22591" y="10850"/>
                </a:cubicBezTo>
                <a:cubicBezTo>
                  <a:pt x="21902" y="10599"/>
                  <a:pt x="21163" y="10481"/>
                  <a:pt x="20509" y="10162"/>
                </a:cubicBezTo>
                <a:cubicBezTo>
                  <a:pt x="19635" y="9708"/>
                  <a:pt x="18711" y="9087"/>
                  <a:pt x="18005" y="8416"/>
                </a:cubicBezTo>
                <a:cubicBezTo>
                  <a:pt x="17031" y="7525"/>
                  <a:pt x="16041" y="7005"/>
                  <a:pt x="15150" y="6013"/>
                </a:cubicBezTo>
                <a:cubicBezTo>
                  <a:pt x="14261" y="5039"/>
                  <a:pt x="14210" y="3628"/>
                  <a:pt x="13135" y="2889"/>
                </a:cubicBezTo>
                <a:cubicBezTo>
                  <a:pt x="11876" y="1999"/>
                  <a:pt x="9910" y="1865"/>
                  <a:pt x="8398" y="1579"/>
                </a:cubicBezTo>
                <a:cubicBezTo>
                  <a:pt x="6282" y="1193"/>
                  <a:pt x="4165" y="857"/>
                  <a:pt x="2049" y="421"/>
                </a:cubicBezTo>
                <a:cubicBezTo>
                  <a:pt x="1260" y="253"/>
                  <a:pt x="840" y="0"/>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52843" y="-142396"/>
            <a:ext cx="1407908" cy="380250"/>
          </a:xfrm>
          <a:custGeom>
            <a:avLst/>
            <a:gdLst/>
            <a:ahLst/>
            <a:cxnLst/>
            <a:rect l="l" t="t" r="r" b="b"/>
            <a:pathLst>
              <a:path w="49448" h="13355" extrusionOk="0">
                <a:moveTo>
                  <a:pt x="43437" y="1"/>
                </a:moveTo>
                <a:cubicBezTo>
                  <a:pt x="41404" y="1"/>
                  <a:pt x="39376" y="190"/>
                  <a:pt x="37338" y="289"/>
                </a:cubicBezTo>
                <a:cubicBezTo>
                  <a:pt x="36566" y="327"/>
                  <a:pt x="35791" y="339"/>
                  <a:pt x="35016" y="339"/>
                </a:cubicBezTo>
                <a:cubicBezTo>
                  <a:pt x="33734" y="339"/>
                  <a:pt x="32450" y="307"/>
                  <a:pt x="31174" y="307"/>
                </a:cubicBezTo>
                <a:cubicBezTo>
                  <a:pt x="30042" y="307"/>
                  <a:pt x="28906" y="281"/>
                  <a:pt x="27772" y="281"/>
                </a:cubicBezTo>
                <a:cubicBezTo>
                  <a:pt x="26483" y="281"/>
                  <a:pt x="25196" y="314"/>
                  <a:pt x="23918" y="457"/>
                </a:cubicBezTo>
                <a:cubicBezTo>
                  <a:pt x="21718" y="710"/>
                  <a:pt x="19736" y="1314"/>
                  <a:pt x="17636" y="1901"/>
                </a:cubicBezTo>
                <a:cubicBezTo>
                  <a:pt x="16297" y="2268"/>
                  <a:pt x="14935" y="2384"/>
                  <a:pt x="13565" y="2384"/>
                </a:cubicBezTo>
                <a:cubicBezTo>
                  <a:pt x="11243" y="2384"/>
                  <a:pt x="8896" y="2052"/>
                  <a:pt x="6592" y="2052"/>
                </a:cubicBezTo>
                <a:cubicBezTo>
                  <a:pt x="6522" y="2052"/>
                  <a:pt x="6452" y="2053"/>
                  <a:pt x="6383" y="2053"/>
                </a:cubicBezTo>
                <a:lnTo>
                  <a:pt x="0" y="11325"/>
                </a:lnTo>
                <a:cubicBezTo>
                  <a:pt x="353" y="11039"/>
                  <a:pt x="773" y="11056"/>
                  <a:pt x="1193" y="11022"/>
                </a:cubicBezTo>
                <a:cubicBezTo>
                  <a:pt x="2990" y="10904"/>
                  <a:pt x="4788" y="10821"/>
                  <a:pt x="6568" y="10754"/>
                </a:cubicBezTo>
                <a:cubicBezTo>
                  <a:pt x="7088" y="10735"/>
                  <a:pt x="7608" y="10726"/>
                  <a:pt x="8128" y="10726"/>
                </a:cubicBezTo>
                <a:cubicBezTo>
                  <a:pt x="10969" y="10726"/>
                  <a:pt x="13804" y="11019"/>
                  <a:pt x="16545" y="11829"/>
                </a:cubicBezTo>
                <a:cubicBezTo>
                  <a:pt x="18234" y="12335"/>
                  <a:pt x="20275" y="13354"/>
                  <a:pt x="22162" y="13354"/>
                </a:cubicBezTo>
                <a:cubicBezTo>
                  <a:pt x="22715" y="13354"/>
                  <a:pt x="23254" y="13267"/>
                  <a:pt x="23767" y="13054"/>
                </a:cubicBezTo>
                <a:cubicBezTo>
                  <a:pt x="24741" y="12651"/>
                  <a:pt x="25530" y="11912"/>
                  <a:pt x="26421" y="11358"/>
                </a:cubicBezTo>
                <a:cubicBezTo>
                  <a:pt x="27613" y="10602"/>
                  <a:pt x="28923" y="10031"/>
                  <a:pt x="30217" y="9444"/>
                </a:cubicBezTo>
                <a:cubicBezTo>
                  <a:pt x="33256" y="8082"/>
                  <a:pt x="36364" y="6739"/>
                  <a:pt x="39589" y="5849"/>
                </a:cubicBezTo>
                <a:cubicBezTo>
                  <a:pt x="41941" y="5194"/>
                  <a:pt x="44023" y="4421"/>
                  <a:pt x="46156" y="3178"/>
                </a:cubicBezTo>
                <a:cubicBezTo>
                  <a:pt x="47147" y="2607"/>
                  <a:pt x="48306" y="2137"/>
                  <a:pt x="48995" y="1162"/>
                </a:cubicBezTo>
                <a:cubicBezTo>
                  <a:pt x="49347" y="642"/>
                  <a:pt x="49448" y="441"/>
                  <a:pt x="48861" y="307"/>
                </a:cubicBezTo>
                <a:cubicBezTo>
                  <a:pt x="48788" y="284"/>
                  <a:pt x="48707" y="276"/>
                  <a:pt x="48622" y="276"/>
                </a:cubicBezTo>
                <a:cubicBezTo>
                  <a:pt x="48413" y="276"/>
                  <a:pt x="48179" y="324"/>
                  <a:pt x="47982" y="324"/>
                </a:cubicBezTo>
                <a:cubicBezTo>
                  <a:pt x="47961" y="324"/>
                  <a:pt x="47940" y="324"/>
                  <a:pt x="47920" y="323"/>
                </a:cubicBezTo>
                <a:cubicBezTo>
                  <a:pt x="47164" y="307"/>
                  <a:pt x="46391" y="155"/>
                  <a:pt x="45636" y="88"/>
                </a:cubicBezTo>
                <a:cubicBezTo>
                  <a:pt x="44902" y="25"/>
                  <a:pt x="44169" y="1"/>
                  <a:pt x="434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21503" y="-204725"/>
            <a:ext cx="1743130" cy="620454"/>
          </a:xfrm>
          <a:custGeom>
            <a:avLst/>
            <a:gdLst/>
            <a:ahLst/>
            <a:cxnLst/>
            <a:rect l="l" t="t" r="r" b="b"/>
            <a:pathLst>
              <a:path w="97586" h="34735" extrusionOk="0">
                <a:moveTo>
                  <a:pt x="58166" y="0"/>
                </a:moveTo>
                <a:cubicBezTo>
                  <a:pt x="56822" y="0"/>
                  <a:pt x="55528" y="286"/>
                  <a:pt x="54184" y="320"/>
                </a:cubicBezTo>
                <a:cubicBezTo>
                  <a:pt x="53852" y="328"/>
                  <a:pt x="53519" y="331"/>
                  <a:pt x="53187" y="331"/>
                </a:cubicBezTo>
                <a:cubicBezTo>
                  <a:pt x="52176" y="331"/>
                  <a:pt x="51164" y="302"/>
                  <a:pt x="50153" y="302"/>
                </a:cubicBezTo>
                <a:cubicBezTo>
                  <a:pt x="48933" y="302"/>
                  <a:pt x="47705" y="317"/>
                  <a:pt x="46480" y="317"/>
                </a:cubicBezTo>
                <a:cubicBezTo>
                  <a:pt x="45867" y="317"/>
                  <a:pt x="45255" y="314"/>
                  <a:pt x="44644" y="302"/>
                </a:cubicBezTo>
                <a:cubicBezTo>
                  <a:pt x="44604" y="302"/>
                  <a:pt x="44563" y="301"/>
                  <a:pt x="44522" y="301"/>
                </a:cubicBezTo>
                <a:cubicBezTo>
                  <a:pt x="42571" y="301"/>
                  <a:pt x="40758" y="1077"/>
                  <a:pt x="38817" y="1193"/>
                </a:cubicBezTo>
                <a:cubicBezTo>
                  <a:pt x="38773" y="1195"/>
                  <a:pt x="38730" y="1196"/>
                  <a:pt x="38687" y="1196"/>
                </a:cubicBezTo>
                <a:cubicBezTo>
                  <a:pt x="37920" y="1196"/>
                  <a:pt x="37231" y="862"/>
                  <a:pt x="36474" y="862"/>
                </a:cubicBezTo>
                <a:cubicBezTo>
                  <a:pt x="36323" y="862"/>
                  <a:pt x="36169" y="875"/>
                  <a:pt x="36011" y="907"/>
                </a:cubicBezTo>
                <a:cubicBezTo>
                  <a:pt x="35254" y="1058"/>
                  <a:pt x="34553" y="1106"/>
                  <a:pt x="33810" y="1106"/>
                </a:cubicBezTo>
                <a:cubicBezTo>
                  <a:pt x="33564" y="1106"/>
                  <a:pt x="33314" y="1101"/>
                  <a:pt x="33055" y="1092"/>
                </a:cubicBezTo>
                <a:cubicBezTo>
                  <a:pt x="28890" y="941"/>
                  <a:pt x="24758" y="521"/>
                  <a:pt x="20576" y="521"/>
                </a:cubicBezTo>
                <a:cubicBezTo>
                  <a:pt x="16377" y="537"/>
                  <a:pt x="11892" y="689"/>
                  <a:pt x="7760" y="1545"/>
                </a:cubicBezTo>
                <a:cubicBezTo>
                  <a:pt x="6031" y="1899"/>
                  <a:pt x="4284" y="2251"/>
                  <a:pt x="2537" y="2519"/>
                </a:cubicBezTo>
                <a:cubicBezTo>
                  <a:pt x="1916" y="2606"/>
                  <a:pt x="1034" y="2879"/>
                  <a:pt x="330" y="2879"/>
                </a:cubicBezTo>
                <a:cubicBezTo>
                  <a:pt x="215" y="2879"/>
                  <a:pt x="104" y="2872"/>
                  <a:pt x="0" y="2855"/>
                </a:cubicBezTo>
                <a:lnTo>
                  <a:pt x="0" y="2855"/>
                </a:lnTo>
                <a:lnTo>
                  <a:pt x="4922" y="34734"/>
                </a:lnTo>
                <a:cubicBezTo>
                  <a:pt x="8465" y="34618"/>
                  <a:pt x="12261" y="33878"/>
                  <a:pt x="15419" y="32199"/>
                </a:cubicBezTo>
                <a:cubicBezTo>
                  <a:pt x="16427" y="31661"/>
                  <a:pt x="17486" y="31057"/>
                  <a:pt x="18426" y="30401"/>
                </a:cubicBezTo>
                <a:cubicBezTo>
                  <a:pt x="19551" y="29612"/>
                  <a:pt x="20223" y="28419"/>
                  <a:pt x="21298" y="27579"/>
                </a:cubicBezTo>
                <a:cubicBezTo>
                  <a:pt x="23633" y="25765"/>
                  <a:pt x="26052" y="24186"/>
                  <a:pt x="28990" y="23599"/>
                </a:cubicBezTo>
                <a:cubicBezTo>
                  <a:pt x="31090" y="23179"/>
                  <a:pt x="33173" y="22692"/>
                  <a:pt x="34987" y="21432"/>
                </a:cubicBezTo>
                <a:cubicBezTo>
                  <a:pt x="37574" y="19651"/>
                  <a:pt x="39119" y="16830"/>
                  <a:pt x="41722" y="15184"/>
                </a:cubicBezTo>
                <a:cubicBezTo>
                  <a:pt x="42344" y="14781"/>
                  <a:pt x="42729" y="14747"/>
                  <a:pt x="43452" y="14747"/>
                </a:cubicBezTo>
                <a:cubicBezTo>
                  <a:pt x="43502" y="14747"/>
                  <a:pt x="43551" y="14746"/>
                  <a:pt x="43600" y="14746"/>
                </a:cubicBezTo>
                <a:cubicBezTo>
                  <a:pt x="45447" y="14746"/>
                  <a:pt x="47264" y="15033"/>
                  <a:pt x="49129" y="15033"/>
                </a:cubicBezTo>
                <a:cubicBezTo>
                  <a:pt x="49235" y="15032"/>
                  <a:pt x="49340" y="15032"/>
                  <a:pt x="49445" y="15032"/>
                </a:cubicBezTo>
                <a:cubicBezTo>
                  <a:pt x="54920" y="15032"/>
                  <a:pt x="60272" y="16228"/>
                  <a:pt x="65748" y="16228"/>
                </a:cubicBezTo>
                <a:cubicBezTo>
                  <a:pt x="66143" y="16228"/>
                  <a:pt x="66538" y="16222"/>
                  <a:pt x="66933" y="16209"/>
                </a:cubicBezTo>
                <a:cubicBezTo>
                  <a:pt x="69016" y="16142"/>
                  <a:pt x="71249" y="15974"/>
                  <a:pt x="73298" y="15553"/>
                </a:cubicBezTo>
                <a:cubicBezTo>
                  <a:pt x="74205" y="15369"/>
                  <a:pt x="75063" y="15033"/>
                  <a:pt x="75919" y="14731"/>
                </a:cubicBezTo>
                <a:cubicBezTo>
                  <a:pt x="76859" y="14411"/>
                  <a:pt x="77884" y="14294"/>
                  <a:pt x="78740" y="13824"/>
                </a:cubicBezTo>
                <a:cubicBezTo>
                  <a:pt x="79732" y="13286"/>
                  <a:pt x="80269" y="12984"/>
                  <a:pt x="80269" y="11858"/>
                </a:cubicBezTo>
                <a:cubicBezTo>
                  <a:pt x="80269" y="11220"/>
                  <a:pt x="80135" y="10633"/>
                  <a:pt x="80588" y="10078"/>
                </a:cubicBezTo>
                <a:cubicBezTo>
                  <a:pt x="81008" y="9558"/>
                  <a:pt x="81680" y="9457"/>
                  <a:pt x="82285" y="9238"/>
                </a:cubicBezTo>
                <a:cubicBezTo>
                  <a:pt x="83578" y="8768"/>
                  <a:pt x="84854" y="8499"/>
                  <a:pt x="86182" y="8214"/>
                </a:cubicBezTo>
                <a:cubicBezTo>
                  <a:pt x="86937" y="8062"/>
                  <a:pt x="87642" y="7576"/>
                  <a:pt x="88314" y="7206"/>
                </a:cubicBezTo>
                <a:cubicBezTo>
                  <a:pt x="88717" y="6971"/>
                  <a:pt x="89120" y="6752"/>
                  <a:pt x="89541" y="6534"/>
                </a:cubicBezTo>
                <a:cubicBezTo>
                  <a:pt x="90766" y="5863"/>
                  <a:pt x="91993" y="5173"/>
                  <a:pt x="93202" y="4468"/>
                </a:cubicBezTo>
                <a:cubicBezTo>
                  <a:pt x="94260" y="3830"/>
                  <a:pt x="95420" y="3142"/>
                  <a:pt x="96376" y="2369"/>
                </a:cubicBezTo>
                <a:cubicBezTo>
                  <a:pt x="96830" y="1999"/>
                  <a:pt x="97149" y="1496"/>
                  <a:pt x="97586" y="1126"/>
                </a:cubicBezTo>
                <a:lnTo>
                  <a:pt x="97586" y="1126"/>
                </a:lnTo>
                <a:cubicBezTo>
                  <a:pt x="97210" y="1176"/>
                  <a:pt x="96823" y="1189"/>
                  <a:pt x="96435" y="1189"/>
                </a:cubicBezTo>
                <a:cubicBezTo>
                  <a:pt x="96042" y="1189"/>
                  <a:pt x="95648" y="1176"/>
                  <a:pt x="95268" y="1176"/>
                </a:cubicBezTo>
                <a:cubicBezTo>
                  <a:pt x="93701" y="1176"/>
                  <a:pt x="92124" y="1205"/>
                  <a:pt x="90552" y="1205"/>
                </a:cubicBezTo>
                <a:cubicBezTo>
                  <a:pt x="90035" y="1205"/>
                  <a:pt x="89519" y="1202"/>
                  <a:pt x="89003" y="1193"/>
                </a:cubicBezTo>
                <a:cubicBezTo>
                  <a:pt x="86921" y="1142"/>
                  <a:pt x="84854" y="907"/>
                  <a:pt x="82771" y="857"/>
                </a:cubicBezTo>
                <a:cubicBezTo>
                  <a:pt x="82663" y="856"/>
                  <a:pt x="82555" y="855"/>
                  <a:pt x="82448" y="855"/>
                </a:cubicBezTo>
                <a:cubicBezTo>
                  <a:pt x="80397" y="855"/>
                  <a:pt x="78415" y="1145"/>
                  <a:pt x="76373" y="1193"/>
                </a:cubicBezTo>
                <a:cubicBezTo>
                  <a:pt x="76192" y="1198"/>
                  <a:pt x="76012" y="1201"/>
                  <a:pt x="75831" y="1201"/>
                </a:cubicBezTo>
                <a:cubicBezTo>
                  <a:pt x="72462" y="1201"/>
                  <a:pt x="69189" y="350"/>
                  <a:pt x="65841" y="286"/>
                </a:cubicBezTo>
                <a:cubicBezTo>
                  <a:pt x="65674" y="282"/>
                  <a:pt x="65507" y="281"/>
                  <a:pt x="65339" y="281"/>
                </a:cubicBezTo>
                <a:cubicBezTo>
                  <a:pt x="64343" y="281"/>
                  <a:pt x="63339" y="339"/>
                  <a:pt x="62334" y="339"/>
                </a:cubicBezTo>
                <a:cubicBezTo>
                  <a:pt x="62031" y="339"/>
                  <a:pt x="61728" y="334"/>
                  <a:pt x="61424" y="320"/>
                </a:cubicBezTo>
                <a:cubicBezTo>
                  <a:pt x="60332" y="269"/>
                  <a:pt x="59274" y="0"/>
                  <a:pt x="581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696084" y="3673050"/>
            <a:ext cx="251536" cy="244997"/>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636271" y="4888058"/>
            <a:ext cx="202993" cy="131442"/>
          </a:xfrm>
          <a:custGeom>
            <a:avLst/>
            <a:gdLst/>
            <a:ahLst/>
            <a:cxnLst/>
            <a:rect l="l" t="t" r="r" b="b"/>
            <a:pathLst>
              <a:path w="5606" h="3630" extrusionOk="0">
                <a:moveTo>
                  <a:pt x="1600" y="1"/>
                </a:moveTo>
                <a:cubicBezTo>
                  <a:pt x="1405" y="1"/>
                  <a:pt x="1228" y="25"/>
                  <a:pt x="1076" y="77"/>
                </a:cubicBezTo>
                <a:cubicBezTo>
                  <a:pt x="454" y="296"/>
                  <a:pt x="1" y="867"/>
                  <a:pt x="51" y="1875"/>
                </a:cubicBezTo>
                <a:cubicBezTo>
                  <a:pt x="105" y="2968"/>
                  <a:pt x="1520" y="3630"/>
                  <a:pt x="2785" y="3630"/>
                </a:cubicBezTo>
                <a:cubicBezTo>
                  <a:pt x="3503" y="3630"/>
                  <a:pt x="4172" y="3417"/>
                  <a:pt x="4518" y="2950"/>
                </a:cubicBezTo>
                <a:cubicBezTo>
                  <a:pt x="5605" y="1462"/>
                  <a:pt x="3107" y="1"/>
                  <a:pt x="16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01325" y="2730550"/>
            <a:ext cx="251525" cy="269450"/>
          </a:xfrm>
          <a:custGeom>
            <a:avLst/>
            <a:gdLst/>
            <a:ahLst/>
            <a:cxnLst/>
            <a:rect l="l" t="t" r="r" b="b"/>
            <a:pathLst>
              <a:path w="10061" h="10778" extrusionOk="0">
                <a:moveTo>
                  <a:pt x="6902" y="1"/>
                </a:moveTo>
                <a:cubicBezTo>
                  <a:pt x="6568" y="1"/>
                  <a:pt x="6231" y="40"/>
                  <a:pt x="5913" y="150"/>
                </a:cubicBezTo>
                <a:cubicBezTo>
                  <a:pt x="5073" y="452"/>
                  <a:pt x="4569" y="1225"/>
                  <a:pt x="4048" y="1896"/>
                </a:cubicBezTo>
                <a:cubicBezTo>
                  <a:pt x="2553" y="3862"/>
                  <a:pt x="0" y="6331"/>
                  <a:pt x="572" y="9085"/>
                </a:cubicBezTo>
                <a:cubicBezTo>
                  <a:pt x="706" y="9707"/>
                  <a:pt x="1058" y="10413"/>
                  <a:pt x="1696" y="10648"/>
                </a:cubicBezTo>
                <a:cubicBezTo>
                  <a:pt x="1945" y="10738"/>
                  <a:pt x="2183" y="10778"/>
                  <a:pt x="2411" y="10778"/>
                </a:cubicBezTo>
                <a:cubicBezTo>
                  <a:pt x="3416" y="10778"/>
                  <a:pt x="4224" y="10002"/>
                  <a:pt x="4854" y="9304"/>
                </a:cubicBezTo>
                <a:cubicBezTo>
                  <a:pt x="5812" y="8263"/>
                  <a:pt x="7273" y="7826"/>
                  <a:pt x="7776" y="6348"/>
                </a:cubicBezTo>
                <a:cubicBezTo>
                  <a:pt x="7978" y="5710"/>
                  <a:pt x="7944" y="5004"/>
                  <a:pt x="8163" y="4400"/>
                </a:cubicBezTo>
                <a:cubicBezTo>
                  <a:pt x="8399" y="3677"/>
                  <a:pt x="9154" y="2971"/>
                  <a:pt x="9541" y="2300"/>
                </a:cubicBezTo>
                <a:cubicBezTo>
                  <a:pt x="9758" y="1896"/>
                  <a:pt x="10061" y="1191"/>
                  <a:pt x="9859" y="738"/>
                </a:cubicBezTo>
                <a:cubicBezTo>
                  <a:pt x="9608" y="183"/>
                  <a:pt x="9154" y="268"/>
                  <a:pt x="8634" y="217"/>
                </a:cubicBezTo>
                <a:cubicBezTo>
                  <a:pt x="8179" y="167"/>
                  <a:pt x="7727" y="66"/>
                  <a:pt x="7273" y="15"/>
                </a:cubicBezTo>
                <a:cubicBezTo>
                  <a:pt x="7150" y="6"/>
                  <a:pt x="7026"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410363" y="3273413"/>
            <a:ext cx="132725" cy="145375"/>
          </a:xfrm>
          <a:custGeom>
            <a:avLst/>
            <a:gdLst/>
            <a:ahLst/>
            <a:cxnLst/>
            <a:rect l="l" t="t" r="r" b="b"/>
            <a:pathLst>
              <a:path w="5309" h="5815" extrusionOk="0">
                <a:moveTo>
                  <a:pt x="3903" y="0"/>
                </a:moveTo>
                <a:cubicBezTo>
                  <a:pt x="3638" y="0"/>
                  <a:pt x="3353" y="143"/>
                  <a:pt x="3024" y="290"/>
                </a:cubicBezTo>
                <a:cubicBezTo>
                  <a:pt x="2184" y="643"/>
                  <a:pt x="689" y="1029"/>
                  <a:pt x="218" y="1869"/>
                </a:cubicBezTo>
                <a:cubicBezTo>
                  <a:pt x="34" y="2171"/>
                  <a:pt x="68" y="2525"/>
                  <a:pt x="68" y="2860"/>
                </a:cubicBezTo>
                <a:cubicBezTo>
                  <a:pt x="34" y="4187"/>
                  <a:pt x="1" y="5548"/>
                  <a:pt x="1629" y="5783"/>
                </a:cubicBezTo>
                <a:cubicBezTo>
                  <a:pt x="1770" y="5804"/>
                  <a:pt x="1920" y="5815"/>
                  <a:pt x="2075" y="5815"/>
                </a:cubicBezTo>
                <a:cubicBezTo>
                  <a:pt x="3154" y="5815"/>
                  <a:pt x="4479" y="5304"/>
                  <a:pt x="4905" y="4305"/>
                </a:cubicBezTo>
                <a:cubicBezTo>
                  <a:pt x="5308" y="3364"/>
                  <a:pt x="5174" y="1349"/>
                  <a:pt x="4619" y="492"/>
                </a:cubicBezTo>
                <a:cubicBezTo>
                  <a:pt x="4383" y="126"/>
                  <a:pt x="4152" y="0"/>
                  <a:pt x="39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4236551" y="-804997"/>
            <a:ext cx="4863903" cy="1217440"/>
          </a:xfrm>
          <a:custGeom>
            <a:avLst/>
            <a:gdLst/>
            <a:ahLst/>
            <a:cxnLst/>
            <a:rect l="l" t="t" r="r" b="b"/>
            <a:pathLst>
              <a:path w="168549" h="42188" extrusionOk="0">
                <a:moveTo>
                  <a:pt x="88151" y="1"/>
                </a:moveTo>
                <a:cubicBezTo>
                  <a:pt x="83529" y="1"/>
                  <a:pt x="78913" y="330"/>
                  <a:pt x="74340" y="1011"/>
                </a:cubicBezTo>
                <a:cubicBezTo>
                  <a:pt x="71400" y="1465"/>
                  <a:pt x="68293" y="1952"/>
                  <a:pt x="66025" y="4018"/>
                </a:cubicBezTo>
                <a:cubicBezTo>
                  <a:pt x="64883" y="5060"/>
                  <a:pt x="64027" y="6336"/>
                  <a:pt x="62919" y="7394"/>
                </a:cubicBezTo>
                <a:cubicBezTo>
                  <a:pt x="61810" y="8452"/>
                  <a:pt x="60449" y="9158"/>
                  <a:pt x="59005" y="9628"/>
                </a:cubicBezTo>
                <a:cubicBezTo>
                  <a:pt x="55914" y="10636"/>
                  <a:pt x="52539" y="10838"/>
                  <a:pt x="49330" y="11257"/>
                </a:cubicBezTo>
                <a:cubicBezTo>
                  <a:pt x="45736" y="11727"/>
                  <a:pt x="42159" y="12181"/>
                  <a:pt x="38580" y="12651"/>
                </a:cubicBezTo>
                <a:cubicBezTo>
                  <a:pt x="31358" y="13608"/>
                  <a:pt x="24136" y="14549"/>
                  <a:pt x="16914" y="15489"/>
                </a:cubicBezTo>
                <a:cubicBezTo>
                  <a:pt x="13001" y="16011"/>
                  <a:pt x="9053" y="16414"/>
                  <a:pt x="5156" y="17035"/>
                </a:cubicBezTo>
                <a:cubicBezTo>
                  <a:pt x="2990" y="17388"/>
                  <a:pt x="168" y="18345"/>
                  <a:pt x="17" y="20915"/>
                </a:cubicBezTo>
                <a:cubicBezTo>
                  <a:pt x="1" y="21150"/>
                  <a:pt x="202" y="21285"/>
                  <a:pt x="404" y="21318"/>
                </a:cubicBezTo>
                <a:cubicBezTo>
                  <a:pt x="5442" y="21822"/>
                  <a:pt x="10515" y="21889"/>
                  <a:pt x="15570" y="21905"/>
                </a:cubicBezTo>
                <a:cubicBezTo>
                  <a:pt x="20693" y="21905"/>
                  <a:pt x="25833" y="21923"/>
                  <a:pt x="30955" y="21923"/>
                </a:cubicBezTo>
                <a:cubicBezTo>
                  <a:pt x="41234" y="21939"/>
                  <a:pt x="51497" y="21957"/>
                  <a:pt x="61777" y="21973"/>
                </a:cubicBezTo>
                <a:cubicBezTo>
                  <a:pt x="63217" y="21973"/>
                  <a:pt x="64658" y="21962"/>
                  <a:pt x="66096" y="21962"/>
                </a:cubicBezTo>
                <a:cubicBezTo>
                  <a:pt x="67189" y="21962"/>
                  <a:pt x="68280" y="21968"/>
                  <a:pt x="69368" y="21990"/>
                </a:cubicBezTo>
                <a:cubicBezTo>
                  <a:pt x="70560" y="22024"/>
                  <a:pt x="71753" y="22073"/>
                  <a:pt x="72912" y="22360"/>
                </a:cubicBezTo>
                <a:cubicBezTo>
                  <a:pt x="74172" y="22645"/>
                  <a:pt x="75281" y="23233"/>
                  <a:pt x="76389" y="23887"/>
                </a:cubicBezTo>
                <a:cubicBezTo>
                  <a:pt x="80033" y="26088"/>
                  <a:pt x="83796" y="27515"/>
                  <a:pt x="87995" y="28187"/>
                </a:cubicBezTo>
                <a:cubicBezTo>
                  <a:pt x="96444" y="29531"/>
                  <a:pt x="105111" y="28406"/>
                  <a:pt x="113525" y="30001"/>
                </a:cubicBezTo>
                <a:cubicBezTo>
                  <a:pt x="115222" y="30321"/>
                  <a:pt x="119403" y="30959"/>
                  <a:pt x="117304" y="33528"/>
                </a:cubicBezTo>
                <a:cubicBezTo>
                  <a:pt x="116178" y="34906"/>
                  <a:pt x="114449" y="35477"/>
                  <a:pt x="112770" y="35830"/>
                </a:cubicBezTo>
                <a:cubicBezTo>
                  <a:pt x="109460" y="36552"/>
                  <a:pt x="105581" y="36518"/>
                  <a:pt x="103061" y="39138"/>
                </a:cubicBezTo>
                <a:cubicBezTo>
                  <a:pt x="102893" y="39324"/>
                  <a:pt x="102860" y="39676"/>
                  <a:pt x="103061" y="39861"/>
                </a:cubicBezTo>
                <a:cubicBezTo>
                  <a:pt x="105269" y="41755"/>
                  <a:pt x="108076" y="42188"/>
                  <a:pt x="110880" y="42188"/>
                </a:cubicBezTo>
                <a:cubicBezTo>
                  <a:pt x="111832" y="42188"/>
                  <a:pt x="112783" y="42138"/>
                  <a:pt x="113710" y="42078"/>
                </a:cubicBezTo>
                <a:cubicBezTo>
                  <a:pt x="118698" y="41776"/>
                  <a:pt x="123670" y="41440"/>
                  <a:pt x="128659" y="41120"/>
                </a:cubicBezTo>
                <a:cubicBezTo>
                  <a:pt x="138232" y="40516"/>
                  <a:pt x="147941" y="40247"/>
                  <a:pt x="157447" y="38820"/>
                </a:cubicBezTo>
                <a:cubicBezTo>
                  <a:pt x="160034" y="38433"/>
                  <a:pt x="162670" y="37895"/>
                  <a:pt x="165189" y="37156"/>
                </a:cubicBezTo>
                <a:cubicBezTo>
                  <a:pt x="166634" y="36720"/>
                  <a:pt x="168549" y="35729"/>
                  <a:pt x="168331" y="33932"/>
                </a:cubicBezTo>
                <a:cubicBezTo>
                  <a:pt x="168314" y="33781"/>
                  <a:pt x="168230" y="33579"/>
                  <a:pt x="168045" y="33546"/>
                </a:cubicBezTo>
                <a:cubicBezTo>
                  <a:pt x="165409" y="33107"/>
                  <a:pt x="162764" y="32963"/>
                  <a:pt x="160115" y="32963"/>
                </a:cubicBezTo>
                <a:cubicBezTo>
                  <a:pt x="155874" y="32963"/>
                  <a:pt x="151624" y="33331"/>
                  <a:pt x="147386" y="33445"/>
                </a:cubicBezTo>
                <a:cubicBezTo>
                  <a:pt x="146731" y="33462"/>
                  <a:pt x="145944" y="33548"/>
                  <a:pt x="145168" y="33548"/>
                </a:cubicBezTo>
                <a:cubicBezTo>
                  <a:pt x="144373" y="33548"/>
                  <a:pt x="143589" y="33457"/>
                  <a:pt x="142969" y="33109"/>
                </a:cubicBezTo>
                <a:cubicBezTo>
                  <a:pt x="142246" y="32689"/>
                  <a:pt x="142212" y="31916"/>
                  <a:pt x="142230" y="31143"/>
                </a:cubicBezTo>
                <a:cubicBezTo>
                  <a:pt x="142246" y="30455"/>
                  <a:pt x="142246" y="29784"/>
                  <a:pt x="142112" y="29094"/>
                </a:cubicBezTo>
                <a:cubicBezTo>
                  <a:pt x="141608" y="26608"/>
                  <a:pt x="139744" y="24526"/>
                  <a:pt x="137577" y="23300"/>
                </a:cubicBezTo>
                <a:cubicBezTo>
                  <a:pt x="134907" y="21805"/>
                  <a:pt x="131783" y="21435"/>
                  <a:pt x="128776" y="21251"/>
                </a:cubicBezTo>
                <a:cubicBezTo>
                  <a:pt x="125450" y="21050"/>
                  <a:pt x="122124" y="21032"/>
                  <a:pt x="118799" y="20982"/>
                </a:cubicBezTo>
                <a:cubicBezTo>
                  <a:pt x="115390" y="20915"/>
                  <a:pt x="111963" y="20797"/>
                  <a:pt x="108587" y="20277"/>
                </a:cubicBezTo>
                <a:cubicBezTo>
                  <a:pt x="105328" y="19773"/>
                  <a:pt x="102222" y="18815"/>
                  <a:pt x="99147" y="17673"/>
                </a:cubicBezTo>
                <a:cubicBezTo>
                  <a:pt x="96158" y="16564"/>
                  <a:pt x="93168" y="15372"/>
                  <a:pt x="90028" y="14734"/>
                </a:cubicBezTo>
                <a:cubicBezTo>
                  <a:pt x="87861" y="14305"/>
                  <a:pt x="85670" y="14212"/>
                  <a:pt x="83472" y="14212"/>
                </a:cubicBezTo>
                <a:cubicBezTo>
                  <a:pt x="82484" y="14212"/>
                  <a:pt x="81494" y="14231"/>
                  <a:pt x="80504" y="14246"/>
                </a:cubicBezTo>
                <a:cubicBezTo>
                  <a:pt x="79955" y="14258"/>
                  <a:pt x="79406" y="14265"/>
                  <a:pt x="78858" y="14265"/>
                </a:cubicBezTo>
                <a:cubicBezTo>
                  <a:pt x="77760" y="14265"/>
                  <a:pt x="76663" y="14235"/>
                  <a:pt x="75566" y="14146"/>
                </a:cubicBezTo>
                <a:cubicBezTo>
                  <a:pt x="74071" y="14029"/>
                  <a:pt x="72106" y="13911"/>
                  <a:pt x="70779" y="13122"/>
                </a:cubicBezTo>
                <a:cubicBezTo>
                  <a:pt x="70410" y="12920"/>
                  <a:pt x="70124" y="12685"/>
                  <a:pt x="70325" y="12265"/>
                </a:cubicBezTo>
                <a:cubicBezTo>
                  <a:pt x="70493" y="11946"/>
                  <a:pt x="70880" y="11745"/>
                  <a:pt x="71182" y="11559"/>
                </a:cubicBezTo>
                <a:cubicBezTo>
                  <a:pt x="71854" y="11122"/>
                  <a:pt x="72542" y="10753"/>
                  <a:pt x="73265" y="10417"/>
                </a:cubicBezTo>
                <a:cubicBezTo>
                  <a:pt x="74642" y="9763"/>
                  <a:pt x="76120" y="9292"/>
                  <a:pt x="77599" y="8923"/>
                </a:cubicBezTo>
                <a:cubicBezTo>
                  <a:pt x="80622" y="8184"/>
                  <a:pt x="83746" y="7881"/>
                  <a:pt x="86852" y="7646"/>
                </a:cubicBezTo>
                <a:cubicBezTo>
                  <a:pt x="90263" y="7378"/>
                  <a:pt x="93689" y="7259"/>
                  <a:pt x="97116" y="7210"/>
                </a:cubicBezTo>
                <a:cubicBezTo>
                  <a:pt x="97771" y="7203"/>
                  <a:pt x="98427" y="7200"/>
                  <a:pt x="99083" y="7200"/>
                </a:cubicBezTo>
                <a:cubicBezTo>
                  <a:pt x="105310" y="7200"/>
                  <a:pt x="111525" y="7475"/>
                  <a:pt x="117741" y="7763"/>
                </a:cubicBezTo>
                <a:cubicBezTo>
                  <a:pt x="125154" y="8112"/>
                  <a:pt x="132603" y="8507"/>
                  <a:pt x="140040" y="8507"/>
                </a:cubicBezTo>
                <a:cubicBezTo>
                  <a:pt x="146201" y="8507"/>
                  <a:pt x="152353" y="8236"/>
                  <a:pt x="158471" y="7445"/>
                </a:cubicBezTo>
                <a:cubicBezTo>
                  <a:pt x="160117" y="7226"/>
                  <a:pt x="161747" y="6991"/>
                  <a:pt x="163376" y="6706"/>
                </a:cubicBezTo>
                <a:cubicBezTo>
                  <a:pt x="164061" y="6578"/>
                  <a:pt x="163824" y="5604"/>
                  <a:pt x="163196" y="5604"/>
                </a:cubicBezTo>
                <a:cubicBezTo>
                  <a:pt x="163162" y="5604"/>
                  <a:pt x="163127" y="5607"/>
                  <a:pt x="163091" y="5613"/>
                </a:cubicBezTo>
                <a:cubicBezTo>
                  <a:pt x="155426" y="6949"/>
                  <a:pt x="147686" y="7371"/>
                  <a:pt x="139934" y="7371"/>
                </a:cubicBezTo>
                <a:cubicBezTo>
                  <a:pt x="133552" y="7371"/>
                  <a:pt x="127161" y="7085"/>
                  <a:pt x="120798" y="6789"/>
                </a:cubicBezTo>
                <a:cubicBezTo>
                  <a:pt x="113777" y="6453"/>
                  <a:pt x="106739" y="6084"/>
                  <a:pt x="99685" y="6084"/>
                </a:cubicBezTo>
                <a:cubicBezTo>
                  <a:pt x="99340" y="6083"/>
                  <a:pt x="98995" y="6082"/>
                  <a:pt x="98650" y="6082"/>
                </a:cubicBezTo>
                <a:cubicBezTo>
                  <a:pt x="92243" y="6082"/>
                  <a:pt x="85690" y="6246"/>
                  <a:pt x="79379" y="7394"/>
                </a:cubicBezTo>
                <a:cubicBezTo>
                  <a:pt x="76439" y="7931"/>
                  <a:pt x="73534" y="8805"/>
                  <a:pt x="70963" y="10350"/>
                </a:cubicBezTo>
                <a:cubicBezTo>
                  <a:pt x="70056" y="10921"/>
                  <a:pt x="68713" y="11693"/>
                  <a:pt x="69167" y="12987"/>
                </a:cubicBezTo>
                <a:cubicBezTo>
                  <a:pt x="69570" y="14130"/>
                  <a:pt x="71048" y="14499"/>
                  <a:pt x="72089" y="14750"/>
                </a:cubicBezTo>
                <a:cubicBezTo>
                  <a:pt x="74302" y="15283"/>
                  <a:pt x="76571" y="15393"/>
                  <a:pt x="78841" y="15393"/>
                </a:cubicBezTo>
                <a:cubicBezTo>
                  <a:pt x="79861" y="15393"/>
                  <a:pt x="80882" y="15371"/>
                  <a:pt x="81898" y="15355"/>
                </a:cubicBezTo>
                <a:cubicBezTo>
                  <a:pt x="82350" y="15346"/>
                  <a:pt x="82800" y="15341"/>
                  <a:pt x="83248" y="15341"/>
                </a:cubicBezTo>
                <a:cubicBezTo>
                  <a:pt x="86231" y="15341"/>
                  <a:pt x="89137" y="15565"/>
                  <a:pt x="92043" y="16396"/>
                </a:cubicBezTo>
                <a:cubicBezTo>
                  <a:pt x="95234" y="17303"/>
                  <a:pt x="98274" y="18613"/>
                  <a:pt x="101398" y="19672"/>
                </a:cubicBezTo>
                <a:cubicBezTo>
                  <a:pt x="104589" y="20747"/>
                  <a:pt x="107881" y="21402"/>
                  <a:pt x="111240" y="21738"/>
                </a:cubicBezTo>
                <a:cubicBezTo>
                  <a:pt x="114651" y="22057"/>
                  <a:pt x="118077" y="22107"/>
                  <a:pt x="121486" y="22141"/>
                </a:cubicBezTo>
                <a:cubicBezTo>
                  <a:pt x="124946" y="22192"/>
                  <a:pt x="128457" y="22158"/>
                  <a:pt x="131884" y="22645"/>
                </a:cubicBezTo>
                <a:cubicBezTo>
                  <a:pt x="134923" y="23099"/>
                  <a:pt x="138081" y="24190"/>
                  <a:pt x="139946" y="26810"/>
                </a:cubicBezTo>
                <a:cubicBezTo>
                  <a:pt x="140802" y="28019"/>
                  <a:pt x="141238" y="29380"/>
                  <a:pt x="141205" y="30875"/>
                </a:cubicBezTo>
                <a:cubicBezTo>
                  <a:pt x="141171" y="32101"/>
                  <a:pt x="141272" y="33327"/>
                  <a:pt x="142465" y="33999"/>
                </a:cubicBezTo>
                <a:cubicBezTo>
                  <a:pt x="143199" y="34404"/>
                  <a:pt x="144054" y="34488"/>
                  <a:pt x="144905" y="34488"/>
                </a:cubicBezTo>
                <a:cubicBezTo>
                  <a:pt x="145359" y="34488"/>
                  <a:pt x="145811" y="34465"/>
                  <a:pt x="146243" y="34453"/>
                </a:cubicBezTo>
                <a:cubicBezTo>
                  <a:pt x="148041" y="34402"/>
                  <a:pt x="149838" y="34301"/>
                  <a:pt x="151652" y="34184"/>
                </a:cubicBezTo>
                <a:cubicBezTo>
                  <a:pt x="154699" y="33984"/>
                  <a:pt x="157758" y="33759"/>
                  <a:pt x="160829" y="33759"/>
                </a:cubicBezTo>
                <a:cubicBezTo>
                  <a:pt x="161364" y="33759"/>
                  <a:pt x="161899" y="33766"/>
                  <a:pt x="162435" y="33781"/>
                </a:cubicBezTo>
                <a:cubicBezTo>
                  <a:pt x="164148" y="33831"/>
                  <a:pt x="165861" y="33999"/>
                  <a:pt x="167558" y="34267"/>
                </a:cubicBezTo>
                <a:cubicBezTo>
                  <a:pt x="167440" y="35947"/>
                  <a:pt x="164820" y="36451"/>
                  <a:pt x="163510" y="36737"/>
                </a:cubicBezTo>
                <a:cubicBezTo>
                  <a:pt x="161377" y="37224"/>
                  <a:pt x="159210" y="37727"/>
                  <a:pt x="157010" y="37879"/>
                </a:cubicBezTo>
                <a:cubicBezTo>
                  <a:pt x="150610" y="38282"/>
                  <a:pt x="147352" y="38769"/>
                  <a:pt x="143523" y="39156"/>
                </a:cubicBezTo>
                <a:cubicBezTo>
                  <a:pt x="134504" y="40063"/>
                  <a:pt x="125416" y="40314"/>
                  <a:pt x="116364" y="40885"/>
                </a:cubicBezTo>
                <a:cubicBezTo>
                  <a:pt x="114652" y="40996"/>
                  <a:pt x="112746" y="41214"/>
                  <a:pt x="110860" y="41214"/>
                </a:cubicBezTo>
                <a:cubicBezTo>
                  <a:pt x="108453" y="41214"/>
                  <a:pt x="106079" y="40859"/>
                  <a:pt x="104186" y="39474"/>
                </a:cubicBezTo>
                <a:cubicBezTo>
                  <a:pt x="106555" y="37392"/>
                  <a:pt x="110098" y="37425"/>
                  <a:pt x="113038" y="36787"/>
                </a:cubicBezTo>
                <a:cubicBezTo>
                  <a:pt x="114499" y="36468"/>
                  <a:pt x="115977" y="35981"/>
                  <a:pt x="117170" y="35006"/>
                </a:cubicBezTo>
                <a:cubicBezTo>
                  <a:pt x="118328" y="34083"/>
                  <a:pt x="119538" y="32386"/>
                  <a:pt x="118463" y="30959"/>
                </a:cubicBezTo>
                <a:cubicBezTo>
                  <a:pt x="117405" y="29531"/>
                  <a:pt x="115104" y="29313"/>
                  <a:pt x="113509" y="29027"/>
                </a:cubicBezTo>
                <a:cubicBezTo>
                  <a:pt x="111459" y="28658"/>
                  <a:pt x="109377" y="28440"/>
                  <a:pt x="107310" y="28305"/>
                </a:cubicBezTo>
                <a:cubicBezTo>
                  <a:pt x="102826" y="28019"/>
                  <a:pt x="98341" y="28104"/>
                  <a:pt x="93857" y="27851"/>
                </a:cubicBezTo>
                <a:cubicBezTo>
                  <a:pt x="89439" y="27616"/>
                  <a:pt x="84938" y="27012"/>
                  <a:pt x="80839" y="25265"/>
                </a:cubicBezTo>
                <a:cubicBezTo>
                  <a:pt x="78707" y="24342"/>
                  <a:pt x="76842" y="22897"/>
                  <a:pt x="74692" y="22006"/>
                </a:cubicBezTo>
                <a:cubicBezTo>
                  <a:pt x="72627" y="21133"/>
                  <a:pt x="70359" y="21117"/>
                  <a:pt x="68142" y="21117"/>
                </a:cubicBezTo>
                <a:cubicBezTo>
                  <a:pt x="64570" y="21122"/>
                  <a:pt x="60996" y="21124"/>
                  <a:pt x="57422" y="21124"/>
                </a:cubicBezTo>
                <a:cubicBezTo>
                  <a:pt x="50273" y="21124"/>
                  <a:pt x="43122" y="21117"/>
                  <a:pt x="35978" y="21117"/>
                </a:cubicBezTo>
                <a:cubicBezTo>
                  <a:pt x="30066" y="21117"/>
                  <a:pt x="24136" y="21117"/>
                  <a:pt x="18224" y="21099"/>
                </a:cubicBezTo>
                <a:cubicBezTo>
                  <a:pt x="17880" y="21099"/>
                  <a:pt x="17537" y="21099"/>
                  <a:pt x="17194" y="21099"/>
                </a:cubicBezTo>
                <a:cubicBezTo>
                  <a:pt x="11743" y="21099"/>
                  <a:pt x="6292" y="21084"/>
                  <a:pt x="856" y="20562"/>
                </a:cubicBezTo>
                <a:cubicBezTo>
                  <a:pt x="1344" y="18143"/>
                  <a:pt x="5055" y="17841"/>
                  <a:pt x="6988" y="17590"/>
                </a:cubicBezTo>
                <a:cubicBezTo>
                  <a:pt x="10414" y="17135"/>
                  <a:pt x="13823" y="16699"/>
                  <a:pt x="17249" y="16246"/>
                </a:cubicBezTo>
                <a:cubicBezTo>
                  <a:pt x="24237" y="15339"/>
                  <a:pt x="31241" y="14414"/>
                  <a:pt x="38245" y="13507"/>
                </a:cubicBezTo>
                <a:cubicBezTo>
                  <a:pt x="41722" y="13055"/>
                  <a:pt x="45182" y="12584"/>
                  <a:pt x="48658" y="12130"/>
                </a:cubicBezTo>
                <a:cubicBezTo>
                  <a:pt x="51699" y="11727"/>
                  <a:pt x="54823" y="11492"/>
                  <a:pt x="57813" y="10770"/>
                </a:cubicBezTo>
                <a:cubicBezTo>
                  <a:pt x="60550" y="10115"/>
                  <a:pt x="62751" y="8856"/>
                  <a:pt x="64598" y="6722"/>
                </a:cubicBezTo>
                <a:cubicBezTo>
                  <a:pt x="65606" y="5546"/>
                  <a:pt x="66563" y="4337"/>
                  <a:pt x="67924" y="3548"/>
                </a:cubicBezTo>
                <a:cubicBezTo>
                  <a:pt x="69268" y="2775"/>
                  <a:pt x="70795" y="2388"/>
                  <a:pt x="72307" y="2104"/>
                </a:cubicBezTo>
                <a:cubicBezTo>
                  <a:pt x="78043" y="1010"/>
                  <a:pt x="83962" y="532"/>
                  <a:pt x="89837" y="532"/>
                </a:cubicBezTo>
                <a:cubicBezTo>
                  <a:pt x="91721" y="532"/>
                  <a:pt x="93601" y="582"/>
                  <a:pt x="95470" y="675"/>
                </a:cubicBezTo>
                <a:cubicBezTo>
                  <a:pt x="95475" y="676"/>
                  <a:pt x="95481" y="676"/>
                  <a:pt x="95486" y="676"/>
                </a:cubicBezTo>
                <a:cubicBezTo>
                  <a:pt x="95738" y="676"/>
                  <a:pt x="95733" y="289"/>
                  <a:pt x="95470" y="272"/>
                </a:cubicBezTo>
                <a:cubicBezTo>
                  <a:pt x="93032" y="92"/>
                  <a:pt x="90591" y="1"/>
                  <a:pt x="88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9899858">
            <a:off x="6662425" y="168829"/>
            <a:ext cx="385565" cy="197079"/>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30" name="Google Shape;30;p4"/>
          <p:cNvSpPr txBox="1">
            <a:spLocks noGrp="1"/>
          </p:cNvSpPr>
          <p:nvPr>
            <p:ph type="body" idx="1"/>
          </p:nvPr>
        </p:nvSpPr>
        <p:spPr>
          <a:xfrm>
            <a:off x="720000" y="1131300"/>
            <a:ext cx="7704000" cy="461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
        <p:nvSpPr>
          <p:cNvPr id="31" name="Google Shape;31;p4"/>
          <p:cNvSpPr/>
          <p:nvPr/>
        </p:nvSpPr>
        <p:spPr>
          <a:xfrm>
            <a:off x="-214175" y="4228948"/>
            <a:ext cx="3554048" cy="1314858"/>
          </a:xfrm>
          <a:custGeom>
            <a:avLst/>
            <a:gdLst/>
            <a:ahLst/>
            <a:cxnLst/>
            <a:rect l="l" t="t" r="r" b="b"/>
            <a:pathLst>
              <a:path w="98151" h="36312" extrusionOk="0">
                <a:moveTo>
                  <a:pt x="19922" y="1"/>
                </a:moveTo>
                <a:cubicBezTo>
                  <a:pt x="19819" y="1"/>
                  <a:pt x="19715" y="3"/>
                  <a:pt x="19612" y="8"/>
                </a:cubicBezTo>
                <a:cubicBezTo>
                  <a:pt x="17496" y="126"/>
                  <a:pt x="15816" y="1419"/>
                  <a:pt x="14237" y="2713"/>
                </a:cubicBezTo>
                <a:cubicBezTo>
                  <a:pt x="12574" y="4072"/>
                  <a:pt x="10995" y="5534"/>
                  <a:pt x="9501" y="7080"/>
                </a:cubicBezTo>
                <a:cubicBezTo>
                  <a:pt x="6545" y="10119"/>
                  <a:pt x="3941" y="13478"/>
                  <a:pt x="1724" y="17090"/>
                </a:cubicBezTo>
                <a:cubicBezTo>
                  <a:pt x="1170" y="17980"/>
                  <a:pt x="649" y="18887"/>
                  <a:pt x="162" y="19811"/>
                </a:cubicBezTo>
                <a:cubicBezTo>
                  <a:pt x="0" y="20112"/>
                  <a:pt x="261" y="20382"/>
                  <a:pt x="516" y="20382"/>
                </a:cubicBezTo>
                <a:cubicBezTo>
                  <a:pt x="630" y="20382"/>
                  <a:pt x="744" y="20327"/>
                  <a:pt x="817" y="20197"/>
                </a:cubicBezTo>
                <a:cubicBezTo>
                  <a:pt x="2899" y="16535"/>
                  <a:pt x="5336" y="13093"/>
                  <a:pt x="8124" y="9918"/>
                </a:cubicBezTo>
                <a:cubicBezTo>
                  <a:pt x="9467" y="8390"/>
                  <a:pt x="10894" y="6928"/>
                  <a:pt x="12406" y="5551"/>
                </a:cubicBezTo>
                <a:cubicBezTo>
                  <a:pt x="13918" y="4157"/>
                  <a:pt x="15514" y="2628"/>
                  <a:pt x="17344" y="1654"/>
                </a:cubicBezTo>
                <a:cubicBezTo>
                  <a:pt x="18186" y="1196"/>
                  <a:pt x="19050" y="1011"/>
                  <a:pt x="19917" y="1011"/>
                </a:cubicBezTo>
                <a:cubicBezTo>
                  <a:pt x="21211" y="1011"/>
                  <a:pt x="22513" y="1423"/>
                  <a:pt x="23760" y="1956"/>
                </a:cubicBezTo>
                <a:cubicBezTo>
                  <a:pt x="25592" y="2729"/>
                  <a:pt x="27355" y="3653"/>
                  <a:pt x="29034" y="4728"/>
                </a:cubicBezTo>
                <a:cubicBezTo>
                  <a:pt x="32411" y="6861"/>
                  <a:pt x="35434" y="9582"/>
                  <a:pt x="37936" y="12706"/>
                </a:cubicBezTo>
                <a:cubicBezTo>
                  <a:pt x="39196" y="14285"/>
                  <a:pt x="40305" y="15998"/>
                  <a:pt x="41783" y="17375"/>
                </a:cubicBezTo>
                <a:cubicBezTo>
                  <a:pt x="43176" y="18669"/>
                  <a:pt x="44856" y="19491"/>
                  <a:pt x="46670" y="19995"/>
                </a:cubicBezTo>
                <a:cubicBezTo>
                  <a:pt x="50365" y="21020"/>
                  <a:pt x="54347" y="20785"/>
                  <a:pt x="57941" y="22212"/>
                </a:cubicBezTo>
                <a:cubicBezTo>
                  <a:pt x="61182" y="23522"/>
                  <a:pt x="63701" y="26109"/>
                  <a:pt x="66523" y="28091"/>
                </a:cubicBezTo>
                <a:cubicBezTo>
                  <a:pt x="67918" y="29065"/>
                  <a:pt x="69412" y="29922"/>
                  <a:pt x="71058" y="30393"/>
                </a:cubicBezTo>
                <a:cubicBezTo>
                  <a:pt x="71959" y="30649"/>
                  <a:pt x="72870" y="30757"/>
                  <a:pt x="73782" y="30757"/>
                </a:cubicBezTo>
                <a:cubicBezTo>
                  <a:pt x="74844" y="30757"/>
                  <a:pt x="75906" y="30610"/>
                  <a:pt x="76954" y="30375"/>
                </a:cubicBezTo>
                <a:cubicBezTo>
                  <a:pt x="79037" y="29905"/>
                  <a:pt x="81052" y="29150"/>
                  <a:pt x="83151" y="28830"/>
                </a:cubicBezTo>
                <a:cubicBezTo>
                  <a:pt x="83830" y="28732"/>
                  <a:pt x="84517" y="28684"/>
                  <a:pt x="85205" y="28684"/>
                </a:cubicBezTo>
                <a:cubicBezTo>
                  <a:pt x="86169" y="28684"/>
                  <a:pt x="87132" y="28779"/>
                  <a:pt x="88073" y="28964"/>
                </a:cubicBezTo>
                <a:cubicBezTo>
                  <a:pt x="91180" y="29586"/>
                  <a:pt x="94187" y="31199"/>
                  <a:pt x="95967" y="33920"/>
                </a:cubicBezTo>
                <a:cubicBezTo>
                  <a:pt x="96386" y="34558"/>
                  <a:pt x="96773" y="35246"/>
                  <a:pt x="97058" y="35969"/>
                </a:cubicBezTo>
                <a:cubicBezTo>
                  <a:pt x="97153" y="36206"/>
                  <a:pt x="97361" y="36312"/>
                  <a:pt x="97563" y="36312"/>
                </a:cubicBezTo>
                <a:cubicBezTo>
                  <a:pt x="97862" y="36312"/>
                  <a:pt x="98150" y="36081"/>
                  <a:pt x="98050" y="35700"/>
                </a:cubicBezTo>
                <a:cubicBezTo>
                  <a:pt x="97126" y="32458"/>
                  <a:pt x="94422" y="30124"/>
                  <a:pt x="91415" y="28847"/>
                </a:cubicBezTo>
                <a:cubicBezTo>
                  <a:pt x="89461" y="28013"/>
                  <a:pt x="87390" y="27616"/>
                  <a:pt x="85306" y="27616"/>
                </a:cubicBezTo>
                <a:cubicBezTo>
                  <a:pt x="83951" y="27616"/>
                  <a:pt x="82591" y="27784"/>
                  <a:pt x="81254" y="28108"/>
                </a:cubicBezTo>
                <a:cubicBezTo>
                  <a:pt x="79070" y="28628"/>
                  <a:pt x="76920" y="29452"/>
                  <a:pt x="74686" y="29654"/>
                </a:cubicBezTo>
                <a:cubicBezTo>
                  <a:pt x="74423" y="29674"/>
                  <a:pt x="74162" y="29685"/>
                  <a:pt x="73903" y="29685"/>
                </a:cubicBezTo>
                <a:cubicBezTo>
                  <a:pt x="72275" y="29685"/>
                  <a:pt x="70724" y="29281"/>
                  <a:pt x="69261" y="28528"/>
                </a:cubicBezTo>
                <a:cubicBezTo>
                  <a:pt x="66086" y="26882"/>
                  <a:pt x="63601" y="24228"/>
                  <a:pt x="60544" y="22398"/>
                </a:cubicBezTo>
                <a:cubicBezTo>
                  <a:pt x="58949" y="21424"/>
                  <a:pt x="57218" y="20785"/>
                  <a:pt x="55388" y="20398"/>
                </a:cubicBezTo>
                <a:cubicBezTo>
                  <a:pt x="53473" y="20013"/>
                  <a:pt x="51507" y="19861"/>
                  <a:pt x="49576" y="19559"/>
                </a:cubicBezTo>
                <a:cubicBezTo>
                  <a:pt x="47678" y="19256"/>
                  <a:pt x="45747" y="18819"/>
                  <a:pt x="44083" y="17845"/>
                </a:cubicBezTo>
                <a:cubicBezTo>
                  <a:pt x="42303" y="16788"/>
                  <a:pt x="41044" y="15124"/>
                  <a:pt x="39817" y="13496"/>
                </a:cubicBezTo>
                <a:cubicBezTo>
                  <a:pt x="37331" y="10220"/>
                  <a:pt x="34476" y="7315"/>
                  <a:pt x="31117" y="4930"/>
                </a:cubicBezTo>
                <a:cubicBezTo>
                  <a:pt x="29455" y="3754"/>
                  <a:pt x="27690" y="2713"/>
                  <a:pt x="25843" y="1822"/>
                </a:cubicBezTo>
                <a:cubicBezTo>
                  <a:pt x="24019" y="942"/>
                  <a:pt x="21997" y="1"/>
                  <a:pt x="199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69774" y="4481757"/>
            <a:ext cx="1541858" cy="817730"/>
          </a:xfrm>
          <a:custGeom>
            <a:avLst/>
            <a:gdLst/>
            <a:ahLst/>
            <a:cxnLst/>
            <a:rect l="l" t="t" r="r" b="b"/>
            <a:pathLst>
              <a:path w="42581" h="22583" extrusionOk="0">
                <a:moveTo>
                  <a:pt x="16841" y="0"/>
                </a:moveTo>
                <a:cubicBezTo>
                  <a:pt x="15788" y="0"/>
                  <a:pt x="14746" y="236"/>
                  <a:pt x="13759" y="702"/>
                </a:cubicBezTo>
                <a:cubicBezTo>
                  <a:pt x="12247" y="1408"/>
                  <a:pt x="10971" y="2550"/>
                  <a:pt x="9795" y="3708"/>
                </a:cubicBezTo>
                <a:cubicBezTo>
                  <a:pt x="6554" y="6899"/>
                  <a:pt x="3363" y="10175"/>
                  <a:pt x="221" y="13467"/>
                </a:cubicBezTo>
                <a:cubicBezTo>
                  <a:pt x="0" y="13702"/>
                  <a:pt x="214" y="14028"/>
                  <a:pt x="463" y="14028"/>
                </a:cubicBezTo>
                <a:cubicBezTo>
                  <a:pt x="534" y="14028"/>
                  <a:pt x="608" y="14001"/>
                  <a:pt x="676" y="13938"/>
                </a:cubicBezTo>
                <a:cubicBezTo>
                  <a:pt x="3581" y="11132"/>
                  <a:pt x="6420" y="8261"/>
                  <a:pt x="9258" y="5405"/>
                </a:cubicBezTo>
                <a:cubicBezTo>
                  <a:pt x="11335" y="3328"/>
                  <a:pt x="13701" y="860"/>
                  <a:pt x="16803" y="860"/>
                </a:cubicBezTo>
                <a:cubicBezTo>
                  <a:pt x="17038" y="860"/>
                  <a:pt x="17278" y="874"/>
                  <a:pt x="17521" y="904"/>
                </a:cubicBezTo>
                <a:cubicBezTo>
                  <a:pt x="19201" y="1105"/>
                  <a:pt x="20730" y="1945"/>
                  <a:pt x="22107" y="2868"/>
                </a:cubicBezTo>
                <a:cubicBezTo>
                  <a:pt x="23568" y="3860"/>
                  <a:pt x="24929" y="5002"/>
                  <a:pt x="26289" y="6144"/>
                </a:cubicBezTo>
                <a:cubicBezTo>
                  <a:pt x="28976" y="8429"/>
                  <a:pt x="31563" y="10847"/>
                  <a:pt x="33999" y="13400"/>
                </a:cubicBezTo>
                <a:cubicBezTo>
                  <a:pt x="35359" y="14827"/>
                  <a:pt x="36669" y="16289"/>
                  <a:pt x="37946" y="17801"/>
                </a:cubicBezTo>
                <a:cubicBezTo>
                  <a:pt x="38568" y="18556"/>
                  <a:pt x="39188" y="19329"/>
                  <a:pt x="39811" y="20101"/>
                </a:cubicBezTo>
                <a:cubicBezTo>
                  <a:pt x="40449" y="20891"/>
                  <a:pt x="41020" y="21765"/>
                  <a:pt x="41759" y="22453"/>
                </a:cubicBezTo>
                <a:cubicBezTo>
                  <a:pt x="41850" y="22544"/>
                  <a:pt x="41951" y="22582"/>
                  <a:pt x="42049" y="22582"/>
                </a:cubicBezTo>
                <a:cubicBezTo>
                  <a:pt x="42332" y="22582"/>
                  <a:pt x="42580" y="22261"/>
                  <a:pt x="42431" y="21949"/>
                </a:cubicBezTo>
                <a:cubicBezTo>
                  <a:pt x="42028" y="21126"/>
                  <a:pt x="41423" y="20421"/>
                  <a:pt x="40868" y="19716"/>
                </a:cubicBezTo>
                <a:cubicBezTo>
                  <a:pt x="40297" y="18977"/>
                  <a:pt x="39726" y="18271"/>
                  <a:pt x="39139" y="17566"/>
                </a:cubicBezTo>
                <a:cubicBezTo>
                  <a:pt x="37979" y="16171"/>
                  <a:pt x="36770" y="14794"/>
                  <a:pt x="35527" y="13467"/>
                </a:cubicBezTo>
                <a:cubicBezTo>
                  <a:pt x="33025" y="10814"/>
                  <a:pt x="30387" y="8294"/>
                  <a:pt x="27599" y="5959"/>
                </a:cubicBezTo>
                <a:cubicBezTo>
                  <a:pt x="26206" y="4783"/>
                  <a:pt x="24795" y="3641"/>
                  <a:pt x="23317" y="2583"/>
                </a:cubicBezTo>
                <a:cubicBezTo>
                  <a:pt x="21888" y="1576"/>
                  <a:pt x="20310" y="635"/>
                  <a:pt x="18580" y="215"/>
                </a:cubicBezTo>
                <a:cubicBezTo>
                  <a:pt x="18002" y="72"/>
                  <a:pt x="17420" y="0"/>
                  <a:pt x="168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184665" y="4730221"/>
            <a:ext cx="914447" cy="410621"/>
          </a:xfrm>
          <a:custGeom>
            <a:avLst/>
            <a:gdLst/>
            <a:ahLst/>
            <a:cxnLst/>
            <a:rect l="l" t="t" r="r" b="b"/>
            <a:pathLst>
              <a:path w="25254" h="11340" extrusionOk="0">
                <a:moveTo>
                  <a:pt x="10038" y="1"/>
                </a:moveTo>
                <a:cubicBezTo>
                  <a:pt x="8226" y="1"/>
                  <a:pt x="6461" y="823"/>
                  <a:pt x="4936" y="1717"/>
                </a:cubicBezTo>
                <a:cubicBezTo>
                  <a:pt x="3138" y="2776"/>
                  <a:pt x="1543" y="4169"/>
                  <a:pt x="215" y="5799"/>
                </a:cubicBezTo>
                <a:cubicBezTo>
                  <a:pt x="0" y="6078"/>
                  <a:pt x="235" y="6453"/>
                  <a:pt x="500" y="6453"/>
                </a:cubicBezTo>
                <a:cubicBezTo>
                  <a:pt x="586" y="6453"/>
                  <a:pt x="675" y="6414"/>
                  <a:pt x="753" y="6319"/>
                </a:cubicBezTo>
                <a:cubicBezTo>
                  <a:pt x="1912" y="4959"/>
                  <a:pt x="3256" y="3784"/>
                  <a:pt x="4768" y="2826"/>
                </a:cubicBezTo>
                <a:cubicBezTo>
                  <a:pt x="6313" y="1851"/>
                  <a:pt x="8143" y="928"/>
                  <a:pt x="9991" y="911"/>
                </a:cubicBezTo>
                <a:cubicBezTo>
                  <a:pt x="10003" y="911"/>
                  <a:pt x="10016" y="911"/>
                  <a:pt x="10029" y="911"/>
                </a:cubicBezTo>
                <a:cubicBezTo>
                  <a:pt x="11926" y="911"/>
                  <a:pt x="13494" y="2094"/>
                  <a:pt x="14946" y="3162"/>
                </a:cubicBezTo>
                <a:cubicBezTo>
                  <a:pt x="16525" y="4304"/>
                  <a:pt x="18037" y="5513"/>
                  <a:pt x="19497" y="6773"/>
                </a:cubicBezTo>
                <a:cubicBezTo>
                  <a:pt x="20321" y="7461"/>
                  <a:pt x="21110" y="8167"/>
                  <a:pt x="21900" y="8906"/>
                </a:cubicBezTo>
                <a:cubicBezTo>
                  <a:pt x="22706" y="9662"/>
                  <a:pt x="23461" y="10485"/>
                  <a:pt x="24301" y="11208"/>
                </a:cubicBezTo>
                <a:cubicBezTo>
                  <a:pt x="24405" y="11300"/>
                  <a:pt x="24517" y="11340"/>
                  <a:pt x="24622" y="11340"/>
                </a:cubicBezTo>
                <a:cubicBezTo>
                  <a:pt x="24974" y="11340"/>
                  <a:pt x="25254" y="10898"/>
                  <a:pt x="24957" y="10536"/>
                </a:cubicBezTo>
                <a:cubicBezTo>
                  <a:pt x="24301" y="9746"/>
                  <a:pt x="23512" y="9058"/>
                  <a:pt x="22773" y="8368"/>
                </a:cubicBezTo>
                <a:cubicBezTo>
                  <a:pt x="22034" y="7680"/>
                  <a:pt x="21278" y="6991"/>
                  <a:pt x="20522" y="6337"/>
                </a:cubicBezTo>
                <a:cubicBezTo>
                  <a:pt x="18977" y="5009"/>
                  <a:pt x="17365" y="3750"/>
                  <a:pt x="15719" y="2541"/>
                </a:cubicBezTo>
                <a:cubicBezTo>
                  <a:pt x="14156" y="1415"/>
                  <a:pt x="12510" y="189"/>
                  <a:pt x="10528" y="21"/>
                </a:cubicBezTo>
                <a:cubicBezTo>
                  <a:pt x="10364" y="7"/>
                  <a:pt x="10201" y="1"/>
                  <a:pt x="100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1857007" y="4714724"/>
            <a:ext cx="479312" cy="244997"/>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2307046" y="4969633"/>
            <a:ext cx="202993" cy="131442"/>
          </a:xfrm>
          <a:custGeom>
            <a:avLst/>
            <a:gdLst/>
            <a:ahLst/>
            <a:cxnLst/>
            <a:rect l="l" t="t" r="r" b="b"/>
            <a:pathLst>
              <a:path w="5606" h="3630" extrusionOk="0">
                <a:moveTo>
                  <a:pt x="1600" y="1"/>
                </a:moveTo>
                <a:cubicBezTo>
                  <a:pt x="1405" y="1"/>
                  <a:pt x="1228" y="25"/>
                  <a:pt x="1076" y="77"/>
                </a:cubicBezTo>
                <a:cubicBezTo>
                  <a:pt x="454" y="296"/>
                  <a:pt x="1" y="867"/>
                  <a:pt x="51" y="1875"/>
                </a:cubicBezTo>
                <a:cubicBezTo>
                  <a:pt x="105" y="2968"/>
                  <a:pt x="1520" y="3630"/>
                  <a:pt x="2785" y="3630"/>
                </a:cubicBezTo>
                <a:cubicBezTo>
                  <a:pt x="3503" y="3630"/>
                  <a:pt x="4172" y="3417"/>
                  <a:pt x="4518" y="2950"/>
                </a:cubicBezTo>
                <a:cubicBezTo>
                  <a:pt x="5605" y="1462"/>
                  <a:pt x="3107" y="1"/>
                  <a:pt x="16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a:off x="40409" y="4394893"/>
            <a:ext cx="207447" cy="172034"/>
          </a:xfrm>
          <a:custGeom>
            <a:avLst/>
            <a:gdLst/>
            <a:ahLst/>
            <a:cxnLst/>
            <a:rect l="l" t="t" r="r" b="b"/>
            <a:pathLst>
              <a:path w="5729" h="4751" extrusionOk="0">
                <a:moveTo>
                  <a:pt x="3297" y="1"/>
                </a:moveTo>
                <a:cubicBezTo>
                  <a:pt x="2487" y="1"/>
                  <a:pt x="1637" y="272"/>
                  <a:pt x="1059" y="732"/>
                </a:cubicBezTo>
                <a:cubicBezTo>
                  <a:pt x="336" y="1321"/>
                  <a:pt x="0" y="2194"/>
                  <a:pt x="168" y="3101"/>
                </a:cubicBezTo>
                <a:cubicBezTo>
                  <a:pt x="386" y="4353"/>
                  <a:pt x="1487" y="4750"/>
                  <a:pt x="2601" y="4750"/>
                </a:cubicBezTo>
                <a:cubicBezTo>
                  <a:pt x="2951" y="4750"/>
                  <a:pt x="3303" y="4711"/>
                  <a:pt x="3628" y="4647"/>
                </a:cubicBezTo>
                <a:cubicBezTo>
                  <a:pt x="5039" y="4378"/>
                  <a:pt x="5728" y="3269"/>
                  <a:pt x="5610" y="1858"/>
                </a:cubicBezTo>
                <a:cubicBezTo>
                  <a:pt x="5502" y="541"/>
                  <a:pt x="4440" y="1"/>
                  <a:pt x="32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a:off x="8424007" y="907474"/>
            <a:ext cx="479312" cy="244997"/>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6252025" y="-90650"/>
            <a:ext cx="251525" cy="269450"/>
          </a:xfrm>
          <a:custGeom>
            <a:avLst/>
            <a:gdLst/>
            <a:ahLst/>
            <a:cxnLst/>
            <a:rect l="l" t="t" r="r" b="b"/>
            <a:pathLst>
              <a:path w="10061" h="10778" extrusionOk="0">
                <a:moveTo>
                  <a:pt x="6902" y="1"/>
                </a:moveTo>
                <a:cubicBezTo>
                  <a:pt x="6568" y="1"/>
                  <a:pt x="6231" y="40"/>
                  <a:pt x="5913" y="150"/>
                </a:cubicBezTo>
                <a:cubicBezTo>
                  <a:pt x="5073" y="452"/>
                  <a:pt x="4569" y="1225"/>
                  <a:pt x="4048" y="1896"/>
                </a:cubicBezTo>
                <a:cubicBezTo>
                  <a:pt x="2553" y="3862"/>
                  <a:pt x="0" y="6331"/>
                  <a:pt x="572" y="9085"/>
                </a:cubicBezTo>
                <a:cubicBezTo>
                  <a:pt x="706" y="9707"/>
                  <a:pt x="1058" y="10413"/>
                  <a:pt x="1696" y="10648"/>
                </a:cubicBezTo>
                <a:cubicBezTo>
                  <a:pt x="1945" y="10738"/>
                  <a:pt x="2183" y="10778"/>
                  <a:pt x="2411" y="10778"/>
                </a:cubicBezTo>
                <a:cubicBezTo>
                  <a:pt x="3416" y="10778"/>
                  <a:pt x="4224" y="10002"/>
                  <a:pt x="4854" y="9304"/>
                </a:cubicBezTo>
                <a:cubicBezTo>
                  <a:pt x="5812" y="8263"/>
                  <a:pt x="7273" y="7826"/>
                  <a:pt x="7776" y="6348"/>
                </a:cubicBezTo>
                <a:cubicBezTo>
                  <a:pt x="7978" y="5710"/>
                  <a:pt x="7944" y="5004"/>
                  <a:pt x="8163" y="4400"/>
                </a:cubicBezTo>
                <a:cubicBezTo>
                  <a:pt x="8399" y="3677"/>
                  <a:pt x="9154" y="2971"/>
                  <a:pt x="9541" y="2300"/>
                </a:cubicBezTo>
                <a:cubicBezTo>
                  <a:pt x="9758" y="1896"/>
                  <a:pt x="10061" y="1191"/>
                  <a:pt x="9859" y="738"/>
                </a:cubicBezTo>
                <a:cubicBezTo>
                  <a:pt x="9608" y="183"/>
                  <a:pt x="9154" y="268"/>
                  <a:pt x="8634" y="217"/>
                </a:cubicBezTo>
                <a:cubicBezTo>
                  <a:pt x="8179" y="167"/>
                  <a:pt x="7727" y="66"/>
                  <a:pt x="7273" y="15"/>
                </a:cubicBezTo>
                <a:cubicBezTo>
                  <a:pt x="7150" y="6"/>
                  <a:pt x="7026"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9"/>
        <p:cNvGrpSpPr/>
        <p:nvPr/>
      </p:nvGrpSpPr>
      <p:grpSpPr>
        <a:xfrm>
          <a:off x="0" y="0"/>
          <a:ext cx="0" cy="0"/>
          <a:chOff x="0" y="0"/>
          <a:chExt cx="0" cy="0"/>
        </a:xfrm>
      </p:grpSpPr>
      <p:sp>
        <p:nvSpPr>
          <p:cNvPr id="40" name="Google Shape;40;p5"/>
          <p:cNvSpPr txBox="1">
            <a:spLocks noGrp="1"/>
          </p:cNvSpPr>
          <p:nvPr>
            <p:ph type="subTitle" idx="1"/>
          </p:nvPr>
        </p:nvSpPr>
        <p:spPr>
          <a:xfrm>
            <a:off x="719989" y="2295388"/>
            <a:ext cx="3413400" cy="713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41" name="Google Shape;41;p5"/>
          <p:cNvSpPr txBox="1">
            <a:spLocks noGrp="1"/>
          </p:cNvSpPr>
          <p:nvPr>
            <p:ph type="subTitle" idx="2"/>
          </p:nvPr>
        </p:nvSpPr>
        <p:spPr>
          <a:xfrm>
            <a:off x="5010607" y="2295388"/>
            <a:ext cx="34134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42" name="Google Shape;42;p5"/>
          <p:cNvSpPr txBox="1">
            <a:spLocks noGrp="1"/>
          </p:cNvSpPr>
          <p:nvPr>
            <p:ph type="subTitle" idx="3"/>
          </p:nvPr>
        </p:nvSpPr>
        <p:spPr>
          <a:xfrm>
            <a:off x="719989" y="2932588"/>
            <a:ext cx="3413400" cy="137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 name="Google Shape;43;p5"/>
          <p:cNvSpPr txBox="1">
            <a:spLocks noGrp="1"/>
          </p:cNvSpPr>
          <p:nvPr>
            <p:ph type="subTitle" idx="4"/>
          </p:nvPr>
        </p:nvSpPr>
        <p:spPr>
          <a:xfrm>
            <a:off x="5010611" y="2932588"/>
            <a:ext cx="3413400" cy="137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4" name="Google Shape;44;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5" name="Google Shape;45;p5"/>
          <p:cNvSpPr/>
          <p:nvPr/>
        </p:nvSpPr>
        <p:spPr>
          <a:xfrm>
            <a:off x="-393369" y="4599105"/>
            <a:ext cx="3144588" cy="629378"/>
          </a:xfrm>
          <a:custGeom>
            <a:avLst/>
            <a:gdLst/>
            <a:ahLst/>
            <a:cxnLst/>
            <a:rect l="l" t="t" r="r" b="b"/>
            <a:pathLst>
              <a:path w="86047" h="17222" extrusionOk="0">
                <a:moveTo>
                  <a:pt x="20111" y="1"/>
                </a:moveTo>
                <a:cubicBezTo>
                  <a:pt x="19183" y="1"/>
                  <a:pt x="18263" y="112"/>
                  <a:pt x="17417" y="341"/>
                </a:cubicBezTo>
                <a:cubicBezTo>
                  <a:pt x="13252" y="1449"/>
                  <a:pt x="9859" y="5346"/>
                  <a:pt x="7541" y="8772"/>
                </a:cubicBezTo>
                <a:lnTo>
                  <a:pt x="0" y="16599"/>
                </a:lnTo>
                <a:cubicBezTo>
                  <a:pt x="1205" y="16765"/>
                  <a:pt x="2249" y="17222"/>
                  <a:pt x="3512" y="17222"/>
                </a:cubicBezTo>
                <a:cubicBezTo>
                  <a:pt x="3534" y="17222"/>
                  <a:pt x="3556" y="17222"/>
                  <a:pt x="3577" y="17222"/>
                </a:cubicBezTo>
                <a:cubicBezTo>
                  <a:pt x="5526" y="17204"/>
                  <a:pt x="7424" y="16667"/>
                  <a:pt x="9373" y="16516"/>
                </a:cubicBezTo>
                <a:cubicBezTo>
                  <a:pt x="11929" y="16318"/>
                  <a:pt x="14497" y="16270"/>
                  <a:pt x="17070" y="16270"/>
                </a:cubicBezTo>
                <a:cubicBezTo>
                  <a:pt x="19536" y="16270"/>
                  <a:pt x="22006" y="16315"/>
                  <a:pt x="24472" y="16315"/>
                </a:cubicBezTo>
                <a:lnTo>
                  <a:pt x="34415" y="16315"/>
                </a:lnTo>
                <a:cubicBezTo>
                  <a:pt x="36114" y="16315"/>
                  <a:pt x="37819" y="16271"/>
                  <a:pt x="39519" y="16271"/>
                </a:cubicBezTo>
                <a:cubicBezTo>
                  <a:pt x="40794" y="16271"/>
                  <a:pt x="42067" y="16295"/>
                  <a:pt x="43334" y="16382"/>
                </a:cubicBezTo>
                <a:cubicBezTo>
                  <a:pt x="46280" y="16574"/>
                  <a:pt x="49226" y="16603"/>
                  <a:pt x="52176" y="16603"/>
                </a:cubicBezTo>
                <a:cubicBezTo>
                  <a:pt x="53473" y="16603"/>
                  <a:pt x="54772" y="16597"/>
                  <a:pt x="56071" y="16597"/>
                </a:cubicBezTo>
                <a:cubicBezTo>
                  <a:pt x="56466" y="16597"/>
                  <a:pt x="56862" y="16598"/>
                  <a:pt x="57258" y="16599"/>
                </a:cubicBezTo>
                <a:cubicBezTo>
                  <a:pt x="57370" y="16600"/>
                  <a:pt x="57483" y="16601"/>
                  <a:pt x="57595" y="16601"/>
                </a:cubicBezTo>
                <a:cubicBezTo>
                  <a:pt x="61646" y="16601"/>
                  <a:pt x="65651" y="16028"/>
                  <a:pt x="69704" y="16028"/>
                </a:cubicBezTo>
                <a:cubicBezTo>
                  <a:pt x="71350" y="16028"/>
                  <a:pt x="72844" y="15894"/>
                  <a:pt x="74474" y="15659"/>
                </a:cubicBezTo>
                <a:cubicBezTo>
                  <a:pt x="75874" y="15469"/>
                  <a:pt x="77282" y="15402"/>
                  <a:pt x="78694" y="15402"/>
                </a:cubicBezTo>
                <a:cubicBezTo>
                  <a:pt x="81145" y="15402"/>
                  <a:pt x="83606" y="15603"/>
                  <a:pt x="86046" y="15710"/>
                </a:cubicBezTo>
                <a:cubicBezTo>
                  <a:pt x="85610" y="15609"/>
                  <a:pt x="85190" y="15323"/>
                  <a:pt x="84787" y="15139"/>
                </a:cubicBezTo>
                <a:cubicBezTo>
                  <a:pt x="83896" y="14769"/>
                  <a:pt x="82805" y="14568"/>
                  <a:pt x="81881" y="14282"/>
                </a:cubicBezTo>
                <a:cubicBezTo>
                  <a:pt x="79798" y="13643"/>
                  <a:pt x="77615" y="13509"/>
                  <a:pt x="75617" y="12552"/>
                </a:cubicBezTo>
                <a:cubicBezTo>
                  <a:pt x="74323" y="11930"/>
                  <a:pt x="73113" y="11191"/>
                  <a:pt x="71821" y="10586"/>
                </a:cubicBezTo>
                <a:cubicBezTo>
                  <a:pt x="69989" y="9713"/>
                  <a:pt x="67738" y="9294"/>
                  <a:pt x="66043" y="8118"/>
                </a:cubicBezTo>
                <a:cubicBezTo>
                  <a:pt x="64968" y="7362"/>
                  <a:pt x="63875" y="6656"/>
                  <a:pt x="62834" y="5834"/>
                </a:cubicBezTo>
                <a:cubicBezTo>
                  <a:pt x="62129" y="5279"/>
                  <a:pt x="60852" y="4002"/>
                  <a:pt x="59963" y="3818"/>
                </a:cubicBezTo>
                <a:cubicBezTo>
                  <a:pt x="59820" y="3790"/>
                  <a:pt x="59676" y="3778"/>
                  <a:pt x="59530" y="3778"/>
                </a:cubicBezTo>
                <a:cubicBezTo>
                  <a:pt x="58798" y="3778"/>
                  <a:pt x="58039" y="4097"/>
                  <a:pt x="57410" y="4405"/>
                </a:cubicBezTo>
                <a:cubicBezTo>
                  <a:pt x="55309" y="5431"/>
                  <a:pt x="53479" y="6925"/>
                  <a:pt x="51497" y="8152"/>
                </a:cubicBezTo>
                <a:cubicBezTo>
                  <a:pt x="50734" y="8618"/>
                  <a:pt x="49980" y="8803"/>
                  <a:pt x="49233" y="8803"/>
                </a:cubicBezTo>
                <a:cubicBezTo>
                  <a:pt x="47318" y="8803"/>
                  <a:pt x="45451" y="7588"/>
                  <a:pt x="43603" y="6790"/>
                </a:cubicBezTo>
                <a:cubicBezTo>
                  <a:pt x="42918" y="6499"/>
                  <a:pt x="42215" y="6389"/>
                  <a:pt x="41505" y="6389"/>
                </a:cubicBezTo>
                <a:cubicBezTo>
                  <a:pt x="40091" y="6389"/>
                  <a:pt x="38652" y="6825"/>
                  <a:pt x="37288" y="7126"/>
                </a:cubicBezTo>
                <a:cubicBezTo>
                  <a:pt x="37027" y="7186"/>
                  <a:pt x="36765" y="7215"/>
                  <a:pt x="36504" y="7215"/>
                </a:cubicBezTo>
                <a:cubicBezTo>
                  <a:pt x="35524" y="7215"/>
                  <a:pt x="34571" y="6805"/>
                  <a:pt x="33828" y="6102"/>
                </a:cubicBezTo>
                <a:cubicBezTo>
                  <a:pt x="33172" y="5498"/>
                  <a:pt x="32870" y="5111"/>
                  <a:pt x="32014" y="4792"/>
                </a:cubicBezTo>
                <a:cubicBezTo>
                  <a:pt x="31174" y="4473"/>
                  <a:pt x="30469" y="3919"/>
                  <a:pt x="29629" y="3549"/>
                </a:cubicBezTo>
                <a:cubicBezTo>
                  <a:pt x="28570" y="3095"/>
                  <a:pt x="27714" y="2441"/>
                  <a:pt x="26722" y="1870"/>
                </a:cubicBezTo>
                <a:cubicBezTo>
                  <a:pt x="25866" y="1382"/>
                  <a:pt x="24859" y="996"/>
                  <a:pt x="23934" y="661"/>
                </a:cubicBezTo>
                <a:cubicBezTo>
                  <a:pt x="22770" y="226"/>
                  <a:pt x="21432" y="1"/>
                  <a:pt x="20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2188376" y="4577361"/>
            <a:ext cx="483746" cy="247263"/>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2642605" y="4834644"/>
            <a:ext cx="204871" cy="132658"/>
          </a:xfrm>
          <a:custGeom>
            <a:avLst/>
            <a:gdLst/>
            <a:ahLst/>
            <a:cxnLst/>
            <a:rect l="l" t="t" r="r" b="b"/>
            <a:pathLst>
              <a:path w="5606" h="3630" extrusionOk="0">
                <a:moveTo>
                  <a:pt x="1600" y="1"/>
                </a:moveTo>
                <a:cubicBezTo>
                  <a:pt x="1405" y="1"/>
                  <a:pt x="1228" y="25"/>
                  <a:pt x="1076" y="77"/>
                </a:cubicBezTo>
                <a:cubicBezTo>
                  <a:pt x="454" y="296"/>
                  <a:pt x="1" y="867"/>
                  <a:pt x="51" y="1875"/>
                </a:cubicBezTo>
                <a:cubicBezTo>
                  <a:pt x="105" y="2968"/>
                  <a:pt x="1520" y="3630"/>
                  <a:pt x="2785" y="3630"/>
                </a:cubicBezTo>
                <a:cubicBezTo>
                  <a:pt x="3503" y="3630"/>
                  <a:pt x="4172" y="3417"/>
                  <a:pt x="4518" y="2950"/>
                </a:cubicBezTo>
                <a:cubicBezTo>
                  <a:pt x="5605" y="1462"/>
                  <a:pt x="3107" y="1"/>
                  <a:pt x="16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354871" y="4254550"/>
            <a:ext cx="209366" cy="173625"/>
          </a:xfrm>
          <a:custGeom>
            <a:avLst/>
            <a:gdLst/>
            <a:ahLst/>
            <a:cxnLst/>
            <a:rect l="l" t="t" r="r" b="b"/>
            <a:pathLst>
              <a:path w="5729" h="4751" extrusionOk="0">
                <a:moveTo>
                  <a:pt x="3297" y="1"/>
                </a:moveTo>
                <a:cubicBezTo>
                  <a:pt x="2487" y="1"/>
                  <a:pt x="1637" y="272"/>
                  <a:pt x="1059" y="732"/>
                </a:cubicBezTo>
                <a:cubicBezTo>
                  <a:pt x="336" y="1321"/>
                  <a:pt x="0" y="2194"/>
                  <a:pt x="168" y="3101"/>
                </a:cubicBezTo>
                <a:cubicBezTo>
                  <a:pt x="386" y="4353"/>
                  <a:pt x="1487" y="4750"/>
                  <a:pt x="2601" y="4750"/>
                </a:cubicBezTo>
                <a:cubicBezTo>
                  <a:pt x="2951" y="4750"/>
                  <a:pt x="3303" y="4711"/>
                  <a:pt x="3628" y="4647"/>
                </a:cubicBezTo>
                <a:cubicBezTo>
                  <a:pt x="5039" y="4378"/>
                  <a:pt x="5728" y="3269"/>
                  <a:pt x="5610" y="1858"/>
                </a:cubicBezTo>
                <a:cubicBezTo>
                  <a:pt x="5502" y="541"/>
                  <a:pt x="4440" y="1"/>
                  <a:pt x="32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p:nvPr/>
        </p:nvSpPr>
        <p:spPr>
          <a:xfrm>
            <a:off x="8333143" y="195537"/>
            <a:ext cx="967405" cy="982638"/>
          </a:xfrm>
          <a:custGeom>
            <a:avLst/>
            <a:gdLst/>
            <a:ahLst/>
            <a:cxnLst/>
            <a:rect l="l" t="t" r="r" b="b"/>
            <a:pathLst>
              <a:path w="26102" h="26513" extrusionOk="0">
                <a:moveTo>
                  <a:pt x="15618" y="1"/>
                </a:moveTo>
                <a:cubicBezTo>
                  <a:pt x="15122" y="1"/>
                  <a:pt x="14540" y="83"/>
                  <a:pt x="14159" y="83"/>
                </a:cubicBezTo>
                <a:cubicBezTo>
                  <a:pt x="13151" y="99"/>
                  <a:pt x="11892" y="301"/>
                  <a:pt x="10934" y="587"/>
                </a:cubicBezTo>
                <a:cubicBezTo>
                  <a:pt x="9893" y="905"/>
                  <a:pt x="8667" y="1208"/>
                  <a:pt x="7709" y="1678"/>
                </a:cubicBezTo>
                <a:cubicBezTo>
                  <a:pt x="6921" y="2048"/>
                  <a:pt x="6298" y="2652"/>
                  <a:pt x="5644" y="3207"/>
                </a:cubicBezTo>
                <a:cubicBezTo>
                  <a:pt x="4955" y="3794"/>
                  <a:pt x="4065" y="4298"/>
                  <a:pt x="3510" y="5021"/>
                </a:cubicBezTo>
                <a:cubicBezTo>
                  <a:pt x="2789" y="5978"/>
                  <a:pt x="2469" y="7086"/>
                  <a:pt x="1831" y="8078"/>
                </a:cubicBezTo>
                <a:cubicBezTo>
                  <a:pt x="1629" y="8396"/>
                  <a:pt x="1327" y="8632"/>
                  <a:pt x="1109" y="8934"/>
                </a:cubicBezTo>
                <a:cubicBezTo>
                  <a:pt x="1" y="10513"/>
                  <a:pt x="588" y="12714"/>
                  <a:pt x="588" y="14510"/>
                </a:cubicBezTo>
                <a:cubicBezTo>
                  <a:pt x="588" y="15670"/>
                  <a:pt x="605" y="16425"/>
                  <a:pt x="1058" y="17500"/>
                </a:cubicBezTo>
                <a:cubicBezTo>
                  <a:pt x="1663" y="18978"/>
                  <a:pt x="1882" y="20507"/>
                  <a:pt x="3040" y="21683"/>
                </a:cubicBezTo>
                <a:cubicBezTo>
                  <a:pt x="4099" y="22758"/>
                  <a:pt x="5006" y="24001"/>
                  <a:pt x="6383" y="24655"/>
                </a:cubicBezTo>
                <a:cubicBezTo>
                  <a:pt x="7727" y="25311"/>
                  <a:pt x="8936" y="25932"/>
                  <a:pt x="10464" y="26167"/>
                </a:cubicBezTo>
                <a:cubicBezTo>
                  <a:pt x="11157" y="26280"/>
                  <a:pt x="11711" y="26470"/>
                  <a:pt x="12421" y="26470"/>
                </a:cubicBezTo>
                <a:cubicBezTo>
                  <a:pt x="12451" y="26470"/>
                  <a:pt x="12482" y="26470"/>
                  <a:pt x="12513" y="26469"/>
                </a:cubicBezTo>
                <a:lnTo>
                  <a:pt x="14815" y="26469"/>
                </a:lnTo>
                <a:cubicBezTo>
                  <a:pt x="15285" y="26469"/>
                  <a:pt x="15799" y="26513"/>
                  <a:pt x="16300" y="26513"/>
                </a:cubicBezTo>
                <a:cubicBezTo>
                  <a:pt x="16621" y="26513"/>
                  <a:pt x="16938" y="26495"/>
                  <a:pt x="17233" y="26436"/>
                </a:cubicBezTo>
                <a:cubicBezTo>
                  <a:pt x="18510" y="26200"/>
                  <a:pt x="19433" y="25529"/>
                  <a:pt x="20441" y="24790"/>
                </a:cubicBezTo>
                <a:cubicBezTo>
                  <a:pt x="22071" y="23580"/>
                  <a:pt x="23397" y="22623"/>
                  <a:pt x="24405" y="20826"/>
                </a:cubicBezTo>
                <a:cubicBezTo>
                  <a:pt x="25144" y="19516"/>
                  <a:pt x="26084" y="18810"/>
                  <a:pt x="26102" y="17198"/>
                </a:cubicBezTo>
                <a:cubicBezTo>
                  <a:pt x="26102" y="16107"/>
                  <a:pt x="26084" y="15014"/>
                  <a:pt x="26084" y="13939"/>
                </a:cubicBezTo>
                <a:cubicBezTo>
                  <a:pt x="26084" y="12680"/>
                  <a:pt x="26084" y="11538"/>
                  <a:pt x="25867" y="10311"/>
                </a:cubicBezTo>
                <a:cubicBezTo>
                  <a:pt x="25715" y="9539"/>
                  <a:pt x="25900" y="8900"/>
                  <a:pt x="25446" y="8212"/>
                </a:cubicBezTo>
                <a:cubicBezTo>
                  <a:pt x="25027" y="7557"/>
                  <a:pt x="24707" y="6835"/>
                  <a:pt x="24288" y="6179"/>
                </a:cubicBezTo>
                <a:cubicBezTo>
                  <a:pt x="23901" y="5559"/>
                  <a:pt x="23229" y="5156"/>
                  <a:pt x="22776" y="4584"/>
                </a:cubicBezTo>
                <a:cubicBezTo>
                  <a:pt x="22440" y="4148"/>
                  <a:pt x="22154" y="3711"/>
                  <a:pt x="21768" y="3290"/>
                </a:cubicBezTo>
                <a:cubicBezTo>
                  <a:pt x="20676" y="2099"/>
                  <a:pt x="18996" y="1360"/>
                  <a:pt x="17536" y="822"/>
                </a:cubicBezTo>
                <a:cubicBezTo>
                  <a:pt x="17065" y="654"/>
                  <a:pt x="16696" y="234"/>
                  <a:pt x="16259" y="83"/>
                </a:cubicBezTo>
                <a:cubicBezTo>
                  <a:pt x="16091" y="21"/>
                  <a:pt x="15865" y="1"/>
                  <a:pt x="156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rot="1247367">
            <a:off x="7529775" y="-45100"/>
            <a:ext cx="490605" cy="250955"/>
          </a:xfrm>
          <a:custGeom>
            <a:avLst/>
            <a:gdLst/>
            <a:ahLst/>
            <a:cxnLst/>
            <a:rect l="l" t="t" r="r" b="b"/>
            <a:pathLst>
              <a:path w="13237" h="6771" extrusionOk="0">
                <a:moveTo>
                  <a:pt x="6436" y="0"/>
                </a:moveTo>
                <a:cubicBezTo>
                  <a:pt x="5656" y="0"/>
                  <a:pt x="4842" y="134"/>
                  <a:pt x="4267" y="253"/>
                </a:cubicBezTo>
                <a:cubicBezTo>
                  <a:pt x="2285" y="639"/>
                  <a:pt x="1" y="1059"/>
                  <a:pt x="337" y="3545"/>
                </a:cubicBezTo>
                <a:cubicBezTo>
                  <a:pt x="554" y="5090"/>
                  <a:pt x="2066" y="5628"/>
                  <a:pt x="3376" y="6047"/>
                </a:cubicBezTo>
                <a:cubicBezTo>
                  <a:pt x="4670" y="6473"/>
                  <a:pt x="5851" y="6771"/>
                  <a:pt x="7216" y="6771"/>
                </a:cubicBezTo>
                <a:cubicBezTo>
                  <a:pt x="7252" y="6771"/>
                  <a:pt x="7288" y="6770"/>
                  <a:pt x="7324" y="6770"/>
                </a:cubicBezTo>
                <a:cubicBezTo>
                  <a:pt x="9288" y="6752"/>
                  <a:pt x="11338" y="6282"/>
                  <a:pt x="12632" y="4636"/>
                </a:cubicBezTo>
                <a:cubicBezTo>
                  <a:pt x="13236" y="3881"/>
                  <a:pt x="12547" y="3377"/>
                  <a:pt x="11808" y="3142"/>
                </a:cubicBezTo>
                <a:cubicBezTo>
                  <a:pt x="10818" y="2806"/>
                  <a:pt x="10381" y="2638"/>
                  <a:pt x="9608" y="1848"/>
                </a:cubicBezTo>
                <a:cubicBezTo>
                  <a:pt x="9188" y="1395"/>
                  <a:pt x="8701" y="706"/>
                  <a:pt x="8164" y="370"/>
                </a:cubicBezTo>
                <a:cubicBezTo>
                  <a:pt x="7719" y="94"/>
                  <a:pt x="7090" y="0"/>
                  <a:pt x="64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 name="Google Shape;53;p6"/>
          <p:cNvSpPr/>
          <p:nvPr/>
        </p:nvSpPr>
        <p:spPr>
          <a:xfrm>
            <a:off x="5441650" y="-460375"/>
            <a:ext cx="6408654" cy="1604093"/>
          </a:xfrm>
          <a:custGeom>
            <a:avLst/>
            <a:gdLst/>
            <a:ahLst/>
            <a:cxnLst/>
            <a:rect l="l" t="t" r="r" b="b"/>
            <a:pathLst>
              <a:path w="168549" h="42188" extrusionOk="0">
                <a:moveTo>
                  <a:pt x="88151" y="1"/>
                </a:moveTo>
                <a:cubicBezTo>
                  <a:pt x="83529" y="1"/>
                  <a:pt x="78913" y="330"/>
                  <a:pt x="74340" y="1011"/>
                </a:cubicBezTo>
                <a:cubicBezTo>
                  <a:pt x="71400" y="1465"/>
                  <a:pt x="68293" y="1952"/>
                  <a:pt x="66025" y="4018"/>
                </a:cubicBezTo>
                <a:cubicBezTo>
                  <a:pt x="64883" y="5060"/>
                  <a:pt x="64027" y="6336"/>
                  <a:pt x="62919" y="7394"/>
                </a:cubicBezTo>
                <a:cubicBezTo>
                  <a:pt x="61810" y="8452"/>
                  <a:pt x="60449" y="9158"/>
                  <a:pt x="59005" y="9628"/>
                </a:cubicBezTo>
                <a:cubicBezTo>
                  <a:pt x="55914" y="10636"/>
                  <a:pt x="52539" y="10838"/>
                  <a:pt x="49330" y="11257"/>
                </a:cubicBezTo>
                <a:cubicBezTo>
                  <a:pt x="45736" y="11727"/>
                  <a:pt x="42159" y="12181"/>
                  <a:pt x="38580" y="12651"/>
                </a:cubicBezTo>
                <a:cubicBezTo>
                  <a:pt x="31358" y="13608"/>
                  <a:pt x="24136" y="14549"/>
                  <a:pt x="16914" y="15489"/>
                </a:cubicBezTo>
                <a:cubicBezTo>
                  <a:pt x="13001" y="16011"/>
                  <a:pt x="9053" y="16414"/>
                  <a:pt x="5156" y="17035"/>
                </a:cubicBezTo>
                <a:cubicBezTo>
                  <a:pt x="2990" y="17388"/>
                  <a:pt x="168" y="18345"/>
                  <a:pt x="17" y="20915"/>
                </a:cubicBezTo>
                <a:cubicBezTo>
                  <a:pt x="1" y="21150"/>
                  <a:pt x="202" y="21285"/>
                  <a:pt x="404" y="21318"/>
                </a:cubicBezTo>
                <a:cubicBezTo>
                  <a:pt x="5442" y="21822"/>
                  <a:pt x="10515" y="21889"/>
                  <a:pt x="15570" y="21905"/>
                </a:cubicBezTo>
                <a:cubicBezTo>
                  <a:pt x="20693" y="21905"/>
                  <a:pt x="25833" y="21923"/>
                  <a:pt x="30955" y="21923"/>
                </a:cubicBezTo>
                <a:cubicBezTo>
                  <a:pt x="41234" y="21939"/>
                  <a:pt x="51497" y="21957"/>
                  <a:pt x="61777" y="21973"/>
                </a:cubicBezTo>
                <a:cubicBezTo>
                  <a:pt x="63217" y="21973"/>
                  <a:pt x="64658" y="21962"/>
                  <a:pt x="66096" y="21962"/>
                </a:cubicBezTo>
                <a:cubicBezTo>
                  <a:pt x="67189" y="21962"/>
                  <a:pt x="68280" y="21968"/>
                  <a:pt x="69368" y="21990"/>
                </a:cubicBezTo>
                <a:cubicBezTo>
                  <a:pt x="70560" y="22024"/>
                  <a:pt x="71753" y="22073"/>
                  <a:pt x="72912" y="22360"/>
                </a:cubicBezTo>
                <a:cubicBezTo>
                  <a:pt x="74172" y="22645"/>
                  <a:pt x="75281" y="23233"/>
                  <a:pt x="76389" y="23887"/>
                </a:cubicBezTo>
                <a:cubicBezTo>
                  <a:pt x="80033" y="26088"/>
                  <a:pt x="83796" y="27515"/>
                  <a:pt x="87995" y="28187"/>
                </a:cubicBezTo>
                <a:cubicBezTo>
                  <a:pt x="96444" y="29531"/>
                  <a:pt x="105111" y="28406"/>
                  <a:pt x="113525" y="30001"/>
                </a:cubicBezTo>
                <a:cubicBezTo>
                  <a:pt x="115222" y="30321"/>
                  <a:pt x="119403" y="30959"/>
                  <a:pt x="117304" y="33528"/>
                </a:cubicBezTo>
                <a:cubicBezTo>
                  <a:pt x="116178" y="34906"/>
                  <a:pt x="114449" y="35477"/>
                  <a:pt x="112770" y="35830"/>
                </a:cubicBezTo>
                <a:cubicBezTo>
                  <a:pt x="109460" y="36552"/>
                  <a:pt x="105581" y="36518"/>
                  <a:pt x="103061" y="39138"/>
                </a:cubicBezTo>
                <a:cubicBezTo>
                  <a:pt x="102893" y="39324"/>
                  <a:pt x="102860" y="39676"/>
                  <a:pt x="103061" y="39861"/>
                </a:cubicBezTo>
                <a:cubicBezTo>
                  <a:pt x="105269" y="41755"/>
                  <a:pt x="108076" y="42188"/>
                  <a:pt x="110880" y="42188"/>
                </a:cubicBezTo>
                <a:cubicBezTo>
                  <a:pt x="111832" y="42188"/>
                  <a:pt x="112783" y="42138"/>
                  <a:pt x="113710" y="42078"/>
                </a:cubicBezTo>
                <a:cubicBezTo>
                  <a:pt x="118698" y="41776"/>
                  <a:pt x="123670" y="41440"/>
                  <a:pt x="128659" y="41120"/>
                </a:cubicBezTo>
                <a:cubicBezTo>
                  <a:pt x="138232" y="40516"/>
                  <a:pt x="147941" y="40247"/>
                  <a:pt x="157447" y="38820"/>
                </a:cubicBezTo>
                <a:cubicBezTo>
                  <a:pt x="160034" y="38433"/>
                  <a:pt x="162670" y="37895"/>
                  <a:pt x="165189" y="37156"/>
                </a:cubicBezTo>
                <a:cubicBezTo>
                  <a:pt x="166634" y="36720"/>
                  <a:pt x="168549" y="35729"/>
                  <a:pt x="168331" y="33932"/>
                </a:cubicBezTo>
                <a:cubicBezTo>
                  <a:pt x="168314" y="33781"/>
                  <a:pt x="168230" y="33579"/>
                  <a:pt x="168045" y="33546"/>
                </a:cubicBezTo>
                <a:cubicBezTo>
                  <a:pt x="165409" y="33107"/>
                  <a:pt x="162764" y="32963"/>
                  <a:pt x="160115" y="32963"/>
                </a:cubicBezTo>
                <a:cubicBezTo>
                  <a:pt x="155874" y="32963"/>
                  <a:pt x="151624" y="33331"/>
                  <a:pt x="147386" y="33445"/>
                </a:cubicBezTo>
                <a:cubicBezTo>
                  <a:pt x="146731" y="33462"/>
                  <a:pt x="145944" y="33548"/>
                  <a:pt x="145168" y="33548"/>
                </a:cubicBezTo>
                <a:cubicBezTo>
                  <a:pt x="144373" y="33548"/>
                  <a:pt x="143589" y="33457"/>
                  <a:pt x="142969" y="33109"/>
                </a:cubicBezTo>
                <a:cubicBezTo>
                  <a:pt x="142246" y="32689"/>
                  <a:pt x="142212" y="31916"/>
                  <a:pt x="142230" y="31143"/>
                </a:cubicBezTo>
                <a:cubicBezTo>
                  <a:pt x="142246" y="30455"/>
                  <a:pt x="142246" y="29784"/>
                  <a:pt x="142112" y="29094"/>
                </a:cubicBezTo>
                <a:cubicBezTo>
                  <a:pt x="141608" y="26608"/>
                  <a:pt x="139744" y="24526"/>
                  <a:pt x="137577" y="23300"/>
                </a:cubicBezTo>
                <a:cubicBezTo>
                  <a:pt x="134907" y="21805"/>
                  <a:pt x="131783" y="21435"/>
                  <a:pt x="128776" y="21251"/>
                </a:cubicBezTo>
                <a:cubicBezTo>
                  <a:pt x="125450" y="21050"/>
                  <a:pt x="122124" y="21032"/>
                  <a:pt x="118799" y="20982"/>
                </a:cubicBezTo>
                <a:cubicBezTo>
                  <a:pt x="115390" y="20915"/>
                  <a:pt x="111963" y="20797"/>
                  <a:pt x="108587" y="20277"/>
                </a:cubicBezTo>
                <a:cubicBezTo>
                  <a:pt x="105328" y="19773"/>
                  <a:pt x="102222" y="18815"/>
                  <a:pt x="99147" y="17673"/>
                </a:cubicBezTo>
                <a:cubicBezTo>
                  <a:pt x="96158" y="16564"/>
                  <a:pt x="93168" y="15372"/>
                  <a:pt x="90028" y="14734"/>
                </a:cubicBezTo>
                <a:cubicBezTo>
                  <a:pt x="87861" y="14305"/>
                  <a:pt x="85670" y="14212"/>
                  <a:pt x="83472" y="14212"/>
                </a:cubicBezTo>
                <a:cubicBezTo>
                  <a:pt x="82484" y="14212"/>
                  <a:pt x="81494" y="14231"/>
                  <a:pt x="80504" y="14246"/>
                </a:cubicBezTo>
                <a:cubicBezTo>
                  <a:pt x="79955" y="14258"/>
                  <a:pt x="79406" y="14265"/>
                  <a:pt x="78858" y="14265"/>
                </a:cubicBezTo>
                <a:cubicBezTo>
                  <a:pt x="77760" y="14265"/>
                  <a:pt x="76663" y="14235"/>
                  <a:pt x="75566" y="14146"/>
                </a:cubicBezTo>
                <a:cubicBezTo>
                  <a:pt x="74071" y="14029"/>
                  <a:pt x="72106" y="13911"/>
                  <a:pt x="70779" y="13122"/>
                </a:cubicBezTo>
                <a:cubicBezTo>
                  <a:pt x="70410" y="12920"/>
                  <a:pt x="70124" y="12685"/>
                  <a:pt x="70325" y="12265"/>
                </a:cubicBezTo>
                <a:cubicBezTo>
                  <a:pt x="70493" y="11946"/>
                  <a:pt x="70880" y="11745"/>
                  <a:pt x="71182" y="11559"/>
                </a:cubicBezTo>
                <a:cubicBezTo>
                  <a:pt x="71854" y="11122"/>
                  <a:pt x="72542" y="10753"/>
                  <a:pt x="73265" y="10417"/>
                </a:cubicBezTo>
                <a:cubicBezTo>
                  <a:pt x="74642" y="9763"/>
                  <a:pt x="76120" y="9292"/>
                  <a:pt x="77599" y="8923"/>
                </a:cubicBezTo>
                <a:cubicBezTo>
                  <a:pt x="80622" y="8184"/>
                  <a:pt x="83746" y="7881"/>
                  <a:pt x="86852" y="7646"/>
                </a:cubicBezTo>
                <a:cubicBezTo>
                  <a:pt x="90263" y="7378"/>
                  <a:pt x="93689" y="7259"/>
                  <a:pt x="97116" y="7210"/>
                </a:cubicBezTo>
                <a:cubicBezTo>
                  <a:pt x="97771" y="7203"/>
                  <a:pt x="98427" y="7200"/>
                  <a:pt x="99083" y="7200"/>
                </a:cubicBezTo>
                <a:cubicBezTo>
                  <a:pt x="105310" y="7200"/>
                  <a:pt x="111525" y="7475"/>
                  <a:pt x="117741" y="7763"/>
                </a:cubicBezTo>
                <a:cubicBezTo>
                  <a:pt x="125154" y="8112"/>
                  <a:pt x="132603" y="8507"/>
                  <a:pt x="140040" y="8507"/>
                </a:cubicBezTo>
                <a:cubicBezTo>
                  <a:pt x="146201" y="8507"/>
                  <a:pt x="152353" y="8236"/>
                  <a:pt x="158471" y="7445"/>
                </a:cubicBezTo>
                <a:cubicBezTo>
                  <a:pt x="160117" y="7226"/>
                  <a:pt x="161747" y="6991"/>
                  <a:pt x="163376" y="6706"/>
                </a:cubicBezTo>
                <a:cubicBezTo>
                  <a:pt x="164061" y="6578"/>
                  <a:pt x="163824" y="5604"/>
                  <a:pt x="163196" y="5604"/>
                </a:cubicBezTo>
                <a:cubicBezTo>
                  <a:pt x="163162" y="5604"/>
                  <a:pt x="163127" y="5607"/>
                  <a:pt x="163091" y="5613"/>
                </a:cubicBezTo>
                <a:cubicBezTo>
                  <a:pt x="155426" y="6949"/>
                  <a:pt x="147686" y="7371"/>
                  <a:pt x="139934" y="7371"/>
                </a:cubicBezTo>
                <a:cubicBezTo>
                  <a:pt x="133552" y="7371"/>
                  <a:pt x="127161" y="7085"/>
                  <a:pt x="120798" y="6789"/>
                </a:cubicBezTo>
                <a:cubicBezTo>
                  <a:pt x="113777" y="6453"/>
                  <a:pt x="106739" y="6084"/>
                  <a:pt x="99685" y="6084"/>
                </a:cubicBezTo>
                <a:cubicBezTo>
                  <a:pt x="99340" y="6083"/>
                  <a:pt x="98995" y="6082"/>
                  <a:pt x="98650" y="6082"/>
                </a:cubicBezTo>
                <a:cubicBezTo>
                  <a:pt x="92243" y="6082"/>
                  <a:pt x="85690" y="6246"/>
                  <a:pt x="79379" y="7394"/>
                </a:cubicBezTo>
                <a:cubicBezTo>
                  <a:pt x="76439" y="7931"/>
                  <a:pt x="73534" y="8805"/>
                  <a:pt x="70963" y="10350"/>
                </a:cubicBezTo>
                <a:cubicBezTo>
                  <a:pt x="70056" y="10921"/>
                  <a:pt x="68713" y="11693"/>
                  <a:pt x="69167" y="12987"/>
                </a:cubicBezTo>
                <a:cubicBezTo>
                  <a:pt x="69570" y="14130"/>
                  <a:pt x="71048" y="14499"/>
                  <a:pt x="72089" y="14750"/>
                </a:cubicBezTo>
                <a:cubicBezTo>
                  <a:pt x="74302" y="15283"/>
                  <a:pt x="76571" y="15393"/>
                  <a:pt x="78841" y="15393"/>
                </a:cubicBezTo>
                <a:cubicBezTo>
                  <a:pt x="79861" y="15393"/>
                  <a:pt x="80882" y="15371"/>
                  <a:pt x="81898" y="15355"/>
                </a:cubicBezTo>
                <a:cubicBezTo>
                  <a:pt x="82350" y="15346"/>
                  <a:pt x="82800" y="15341"/>
                  <a:pt x="83248" y="15341"/>
                </a:cubicBezTo>
                <a:cubicBezTo>
                  <a:pt x="86231" y="15341"/>
                  <a:pt x="89137" y="15565"/>
                  <a:pt x="92043" y="16396"/>
                </a:cubicBezTo>
                <a:cubicBezTo>
                  <a:pt x="95234" y="17303"/>
                  <a:pt x="98274" y="18613"/>
                  <a:pt x="101398" y="19672"/>
                </a:cubicBezTo>
                <a:cubicBezTo>
                  <a:pt x="104589" y="20747"/>
                  <a:pt x="107881" y="21402"/>
                  <a:pt x="111240" y="21738"/>
                </a:cubicBezTo>
                <a:cubicBezTo>
                  <a:pt x="114651" y="22057"/>
                  <a:pt x="118077" y="22107"/>
                  <a:pt x="121486" y="22141"/>
                </a:cubicBezTo>
                <a:cubicBezTo>
                  <a:pt x="124946" y="22192"/>
                  <a:pt x="128457" y="22158"/>
                  <a:pt x="131884" y="22645"/>
                </a:cubicBezTo>
                <a:cubicBezTo>
                  <a:pt x="134923" y="23099"/>
                  <a:pt x="138081" y="24190"/>
                  <a:pt x="139946" y="26810"/>
                </a:cubicBezTo>
                <a:cubicBezTo>
                  <a:pt x="140802" y="28019"/>
                  <a:pt x="141238" y="29380"/>
                  <a:pt x="141205" y="30875"/>
                </a:cubicBezTo>
                <a:cubicBezTo>
                  <a:pt x="141171" y="32101"/>
                  <a:pt x="141272" y="33327"/>
                  <a:pt x="142465" y="33999"/>
                </a:cubicBezTo>
                <a:cubicBezTo>
                  <a:pt x="143199" y="34404"/>
                  <a:pt x="144054" y="34488"/>
                  <a:pt x="144905" y="34488"/>
                </a:cubicBezTo>
                <a:cubicBezTo>
                  <a:pt x="145359" y="34488"/>
                  <a:pt x="145811" y="34465"/>
                  <a:pt x="146243" y="34453"/>
                </a:cubicBezTo>
                <a:cubicBezTo>
                  <a:pt x="148041" y="34402"/>
                  <a:pt x="149838" y="34301"/>
                  <a:pt x="151652" y="34184"/>
                </a:cubicBezTo>
                <a:cubicBezTo>
                  <a:pt x="154699" y="33984"/>
                  <a:pt x="157758" y="33759"/>
                  <a:pt x="160829" y="33759"/>
                </a:cubicBezTo>
                <a:cubicBezTo>
                  <a:pt x="161364" y="33759"/>
                  <a:pt x="161899" y="33766"/>
                  <a:pt x="162435" y="33781"/>
                </a:cubicBezTo>
                <a:cubicBezTo>
                  <a:pt x="164148" y="33831"/>
                  <a:pt x="165861" y="33999"/>
                  <a:pt x="167558" y="34267"/>
                </a:cubicBezTo>
                <a:cubicBezTo>
                  <a:pt x="167440" y="35947"/>
                  <a:pt x="164820" y="36451"/>
                  <a:pt x="163510" y="36737"/>
                </a:cubicBezTo>
                <a:cubicBezTo>
                  <a:pt x="161377" y="37224"/>
                  <a:pt x="159210" y="37727"/>
                  <a:pt x="157010" y="37879"/>
                </a:cubicBezTo>
                <a:cubicBezTo>
                  <a:pt x="150610" y="38282"/>
                  <a:pt x="147352" y="38769"/>
                  <a:pt x="143523" y="39156"/>
                </a:cubicBezTo>
                <a:cubicBezTo>
                  <a:pt x="134504" y="40063"/>
                  <a:pt x="125416" y="40314"/>
                  <a:pt x="116364" y="40885"/>
                </a:cubicBezTo>
                <a:cubicBezTo>
                  <a:pt x="114652" y="40996"/>
                  <a:pt x="112746" y="41214"/>
                  <a:pt x="110860" y="41214"/>
                </a:cubicBezTo>
                <a:cubicBezTo>
                  <a:pt x="108453" y="41214"/>
                  <a:pt x="106079" y="40859"/>
                  <a:pt x="104186" y="39474"/>
                </a:cubicBezTo>
                <a:cubicBezTo>
                  <a:pt x="106555" y="37392"/>
                  <a:pt x="110098" y="37425"/>
                  <a:pt x="113038" y="36787"/>
                </a:cubicBezTo>
                <a:cubicBezTo>
                  <a:pt x="114499" y="36468"/>
                  <a:pt x="115977" y="35981"/>
                  <a:pt x="117170" y="35006"/>
                </a:cubicBezTo>
                <a:cubicBezTo>
                  <a:pt x="118328" y="34083"/>
                  <a:pt x="119538" y="32386"/>
                  <a:pt x="118463" y="30959"/>
                </a:cubicBezTo>
                <a:cubicBezTo>
                  <a:pt x="117405" y="29531"/>
                  <a:pt x="115104" y="29313"/>
                  <a:pt x="113509" y="29027"/>
                </a:cubicBezTo>
                <a:cubicBezTo>
                  <a:pt x="111459" y="28658"/>
                  <a:pt x="109377" y="28440"/>
                  <a:pt x="107310" y="28305"/>
                </a:cubicBezTo>
                <a:cubicBezTo>
                  <a:pt x="102826" y="28019"/>
                  <a:pt x="98341" y="28104"/>
                  <a:pt x="93857" y="27851"/>
                </a:cubicBezTo>
                <a:cubicBezTo>
                  <a:pt x="89439" y="27616"/>
                  <a:pt x="84938" y="27012"/>
                  <a:pt x="80839" y="25265"/>
                </a:cubicBezTo>
                <a:cubicBezTo>
                  <a:pt x="78707" y="24342"/>
                  <a:pt x="76842" y="22897"/>
                  <a:pt x="74692" y="22006"/>
                </a:cubicBezTo>
                <a:cubicBezTo>
                  <a:pt x="72627" y="21133"/>
                  <a:pt x="70359" y="21117"/>
                  <a:pt x="68142" y="21117"/>
                </a:cubicBezTo>
                <a:cubicBezTo>
                  <a:pt x="64570" y="21122"/>
                  <a:pt x="60996" y="21124"/>
                  <a:pt x="57422" y="21124"/>
                </a:cubicBezTo>
                <a:cubicBezTo>
                  <a:pt x="50273" y="21124"/>
                  <a:pt x="43122" y="21117"/>
                  <a:pt x="35978" y="21117"/>
                </a:cubicBezTo>
                <a:cubicBezTo>
                  <a:pt x="30066" y="21117"/>
                  <a:pt x="24136" y="21117"/>
                  <a:pt x="18224" y="21099"/>
                </a:cubicBezTo>
                <a:cubicBezTo>
                  <a:pt x="17880" y="21099"/>
                  <a:pt x="17537" y="21099"/>
                  <a:pt x="17194" y="21099"/>
                </a:cubicBezTo>
                <a:cubicBezTo>
                  <a:pt x="11743" y="21099"/>
                  <a:pt x="6292" y="21084"/>
                  <a:pt x="856" y="20562"/>
                </a:cubicBezTo>
                <a:cubicBezTo>
                  <a:pt x="1344" y="18143"/>
                  <a:pt x="5055" y="17841"/>
                  <a:pt x="6988" y="17590"/>
                </a:cubicBezTo>
                <a:cubicBezTo>
                  <a:pt x="10414" y="17135"/>
                  <a:pt x="13823" y="16699"/>
                  <a:pt x="17249" y="16246"/>
                </a:cubicBezTo>
                <a:cubicBezTo>
                  <a:pt x="24237" y="15339"/>
                  <a:pt x="31241" y="14414"/>
                  <a:pt x="38245" y="13507"/>
                </a:cubicBezTo>
                <a:cubicBezTo>
                  <a:pt x="41722" y="13055"/>
                  <a:pt x="45182" y="12584"/>
                  <a:pt x="48658" y="12130"/>
                </a:cubicBezTo>
                <a:cubicBezTo>
                  <a:pt x="51699" y="11727"/>
                  <a:pt x="54823" y="11492"/>
                  <a:pt x="57813" y="10770"/>
                </a:cubicBezTo>
                <a:cubicBezTo>
                  <a:pt x="60550" y="10115"/>
                  <a:pt x="62751" y="8856"/>
                  <a:pt x="64598" y="6722"/>
                </a:cubicBezTo>
                <a:cubicBezTo>
                  <a:pt x="65606" y="5546"/>
                  <a:pt x="66563" y="4337"/>
                  <a:pt x="67924" y="3548"/>
                </a:cubicBezTo>
                <a:cubicBezTo>
                  <a:pt x="69268" y="2775"/>
                  <a:pt x="70795" y="2388"/>
                  <a:pt x="72307" y="2104"/>
                </a:cubicBezTo>
                <a:cubicBezTo>
                  <a:pt x="78043" y="1010"/>
                  <a:pt x="83962" y="532"/>
                  <a:pt x="89837" y="532"/>
                </a:cubicBezTo>
                <a:cubicBezTo>
                  <a:pt x="91721" y="532"/>
                  <a:pt x="93601" y="582"/>
                  <a:pt x="95470" y="675"/>
                </a:cubicBezTo>
                <a:cubicBezTo>
                  <a:pt x="95475" y="676"/>
                  <a:pt x="95481" y="676"/>
                  <a:pt x="95486" y="676"/>
                </a:cubicBezTo>
                <a:cubicBezTo>
                  <a:pt x="95738" y="676"/>
                  <a:pt x="95733" y="289"/>
                  <a:pt x="95470" y="272"/>
                </a:cubicBezTo>
                <a:cubicBezTo>
                  <a:pt x="93032" y="92"/>
                  <a:pt x="90591" y="1"/>
                  <a:pt x="88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6"/>
          <p:cNvSpPr/>
          <p:nvPr/>
        </p:nvSpPr>
        <p:spPr>
          <a:xfrm>
            <a:off x="1996093" y="-144796"/>
            <a:ext cx="1407908" cy="380250"/>
          </a:xfrm>
          <a:custGeom>
            <a:avLst/>
            <a:gdLst/>
            <a:ahLst/>
            <a:cxnLst/>
            <a:rect l="l" t="t" r="r" b="b"/>
            <a:pathLst>
              <a:path w="49448" h="13355" extrusionOk="0">
                <a:moveTo>
                  <a:pt x="43437" y="1"/>
                </a:moveTo>
                <a:cubicBezTo>
                  <a:pt x="41404" y="1"/>
                  <a:pt x="39376" y="190"/>
                  <a:pt x="37338" y="289"/>
                </a:cubicBezTo>
                <a:cubicBezTo>
                  <a:pt x="36566" y="327"/>
                  <a:pt x="35791" y="339"/>
                  <a:pt x="35016" y="339"/>
                </a:cubicBezTo>
                <a:cubicBezTo>
                  <a:pt x="33734" y="339"/>
                  <a:pt x="32450" y="307"/>
                  <a:pt x="31174" y="307"/>
                </a:cubicBezTo>
                <a:cubicBezTo>
                  <a:pt x="30042" y="307"/>
                  <a:pt x="28906" y="281"/>
                  <a:pt x="27772" y="281"/>
                </a:cubicBezTo>
                <a:cubicBezTo>
                  <a:pt x="26483" y="281"/>
                  <a:pt x="25196" y="314"/>
                  <a:pt x="23918" y="457"/>
                </a:cubicBezTo>
                <a:cubicBezTo>
                  <a:pt x="21718" y="710"/>
                  <a:pt x="19736" y="1314"/>
                  <a:pt x="17636" y="1901"/>
                </a:cubicBezTo>
                <a:cubicBezTo>
                  <a:pt x="16297" y="2268"/>
                  <a:pt x="14935" y="2384"/>
                  <a:pt x="13565" y="2384"/>
                </a:cubicBezTo>
                <a:cubicBezTo>
                  <a:pt x="11243" y="2384"/>
                  <a:pt x="8896" y="2052"/>
                  <a:pt x="6592" y="2052"/>
                </a:cubicBezTo>
                <a:cubicBezTo>
                  <a:pt x="6522" y="2052"/>
                  <a:pt x="6452" y="2053"/>
                  <a:pt x="6383" y="2053"/>
                </a:cubicBezTo>
                <a:lnTo>
                  <a:pt x="0" y="11325"/>
                </a:lnTo>
                <a:cubicBezTo>
                  <a:pt x="353" y="11039"/>
                  <a:pt x="773" y="11056"/>
                  <a:pt x="1193" y="11022"/>
                </a:cubicBezTo>
                <a:cubicBezTo>
                  <a:pt x="2990" y="10904"/>
                  <a:pt x="4788" y="10821"/>
                  <a:pt x="6568" y="10754"/>
                </a:cubicBezTo>
                <a:cubicBezTo>
                  <a:pt x="7088" y="10735"/>
                  <a:pt x="7608" y="10726"/>
                  <a:pt x="8128" y="10726"/>
                </a:cubicBezTo>
                <a:cubicBezTo>
                  <a:pt x="10969" y="10726"/>
                  <a:pt x="13804" y="11019"/>
                  <a:pt x="16545" y="11829"/>
                </a:cubicBezTo>
                <a:cubicBezTo>
                  <a:pt x="18234" y="12335"/>
                  <a:pt x="20275" y="13354"/>
                  <a:pt x="22162" y="13354"/>
                </a:cubicBezTo>
                <a:cubicBezTo>
                  <a:pt x="22715" y="13354"/>
                  <a:pt x="23254" y="13267"/>
                  <a:pt x="23767" y="13054"/>
                </a:cubicBezTo>
                <a:cubicBezTo>
                  <a:pt x="24741" y="12651"/>
                  <a:pt x="25530" y="11912"/>
                  <a:pt x="26421" y="11358"/>
                </a:cubicBezTo>
                <a:cubicBezTo>
                  <a:pt x="27613" y="10602"/>
                  <a:pt x="28923" y="10031"/>
                  <a:pt x="30217" y="9444"/>
                </a:cubicBezTo>
                <a:cubicBezTo>
                  <a:pt x="33256" y="8082"/>
                  <a:pt x="36364" y="6739"/>
                  <a:pt x="39589" y="5849"/>
                </a:cubicBezTo>
                <a:cubicBezTo>
                  <a:pt x="41941" y="5194"/>
                  <a:pt x="44023" y="4421"/>
                  <a:pt x="46156" y="3178"/>
                </a:cubicBezTo>
                <a:cubicBezTo>
                  <a:pt x="47147" y="2607"/>
                  <a:pt x="48306" y="2137"/>
                  <a:pt x="48995" y="1162"/>
                </a:cubicBezTo>
                <a:cubicBezTo>
                  <a:pt x="49347" y="642"/>
                  <a:pt x="49448" y="441"/>
                  <a:pt x="48861" y="307"/>
                </a:cubicBezTo>
                <a:cubicBezTo>
                  <a:pt x="48788" y="284"/>
                  <a:pt x="48707" y="276"/>
                  <a:pt x="48622" y="276"/>
                </a:cubicBezTo>
                <a:cubicBezTo>
                  <a:pt x="48413" y="276"/>
                  <a:pt x="48179" y="324"/>
                  <a:pt x="47982" y="324"/>
                </a:cubicBezTo>
                <a:cubicBezTo>
                  <a:pt x="47961" y="324"/>
                  <a:pt x="47940" y="324"/>
                  <a:pt x="47920" y="323"/>
                </a:cubicBezTo>
                <a:cubicBezTo>
                  <a:pt x="47164" y="307"/>
                  <a:pt x="46391" y="155"/>
                  <a:pt x="45636" y="88"/>
                </a:cubicBezTo>
                <a:cubicBezTo>
                  <a:pt x="44902" y="25"/>
                  <a:pt x="44169" y="1"/>
                  <a:pt x="434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6"/>
          <p:cNvSpPr/>
          <p:nvPr/>
        </p:nvSpPr>
        <p:spPr>
          <a:xfrm>
            <a:off x="-154975" y="-152825"/>
            <a:ext cx="2778517" cy="988992"/>
          </a:xfrm>
          <a:custGeom>
            <a:avLst/>
            <a:gdLst/>
            <a:ahLst/>
            <a:cxnLst/>
            <a:rect l="l" t="t" r="r" b="b"/>
            <a:pathLst>
              <a:path w="97586" h="34735" extrusionOk="0">
                <a:moveTo>
                  <a:pt x="58166" y="0"/>
                </a:moveTo>
                <a:cubicBezTo>
                  <a:pt x="56822" y="0"/>
                  <a:pt x="55528" y="286"/>
                  <a:pt x="54184" y="320"/>
                </a:cubicBezTo>
                <a:cubicBezTo>
                  <a:pt x="53852" y="328"/>
                  <a:pt x="53519" y="331"/>
                  <a:pt x="53187" y="331"/>
                </a:cubicBezTo>
                <a:cubicBezTo>
                  <a:pt x="52176" y="331"/>
                  <a:pt x="51164" y="302"/>
                  <a:pt x="50153" y="302"/>
                </a:cubicBezTo>
                <a:cubicBezTo>
                  <a:pt x="48933" y="302"/>
                  <a:pt x="47705" y="317"/>
                  <a:pt x="46480" y="317"/>
                </a:cubicBezTo>
                <a:cubicBezTo>
                  <a:pt x="45867" y="317"/>
                  <a:pt x="45255" y="314"/>
                  <a:pt x="44644" y="302"/>
                </a:cubicBezTo>
                <a:cubicBezTo>
                  <a:pt x="44604" y="302"/>
                  <a:pt x="44563" y="301"/>
                  <a:pt x="44522" y="301"/>
                </a:cubicBezTo>
                <a:cubicBezTo>
                  <a:pt x="42571" y="301"/>
                  <a:pt x="40758" y="1077"/>
                  <a:pt x="38817" y="1193"/>
                </a:cubicBezTo>
                <a:cubicBezTo>
                  <a:pt x="38773" y="1195"/>
                  <a:pt x="38730" y="1196"/>
                  <a:pt x="38687" y="1196"/>
                </a:cubicBezTo>
                <a:cubicBezTo>
                  <a:pt x="37920" y="1196"/>
                  <a:pt x="37231" y="862"/>
                  <a:pt x="36474" y="862"/>
                </a:cubicBezTo>
                <a:cubicBezTo>
                  <a:pt x="36323" y="862"/>
                  <a:pt x="36169" y="875"/>
                  <a:pt x="36011" y="907"/>
                </a:cubicBezTo>
                <a:cubicBezTo>
                  <a:pt x="35254" y="1058"/>
                  <a:pt x="34553" y="1106"/>
                  <a:pt x="33810" y="1106"/>
                </a:cubicBezTo>
                <a:cubicBezTo>
                  <a:pt x="33564" y="1106"/>
                  <a:pt x="33314" y="1101"/>
                  <a:pt x="33055" y="1092"/>
                </a:cubicBezTo>
                <a:cubicBezTo>
                  <a:pt x="28890" y="941"/>
                  <a:pt x="24758" y="521"/>
                  <a:pt x="20576" y="521"/>
                </a:cubicBezTo>
                <a:cubicBezTo>
                  <a:pt x="16377" y="537"/>
                  <a:pt x="11892" y="689"/>
                  <a:pt x="7760" y="1545"/>
                </a:cubicBezTo>
                <a:cubicBezTo>
                  <a:pt x="6031" y="1899"/>
                  <a:pt x="4284" y="2251"/>
                  <a:pt x="2537" y="2519"/>
                </a:cubicBezTo>
                <a:cubicBezTo>
                  <a:pt x="1916" y="2606"/>
                  <a:pt x="1034" y="2879"/>
                  <a:pt x="330" y="2879"/>
                </a:cubicBezTo>
                <a:cubicBezTo>
                  <a:pt x="215" y="2879"/>
                  <a:pt x="104" y="2872"/>
                  <a:pt x="0" y="2855"/>
                </a:cubicBezTo>
                <a:lnTo>
                  <a:pt x="0" y="2855"/>
                </a:lnTo>
                <a:lnTo>
                  <a:pt x="4922" y="34734"/>
                </a:lnTo>
                <a:cubicBezTo>
                  <a:pt x="8465" y="34618"/>
                  <a:pt x="12261" y="33878"/>
                  <a:pt x="15419" y="32199"/>
                </a:cubicBezTo>
                <a:cubicBezTo>
                  <a:pt x="16427" y="31661"/>
                  <a:pt x="17486" y="31057"/>
                  <a:pt x="18426" y="30401"/>
                </a:cubicBezTo>
                <a:cubicBezTo>
                  <a:pt x="19551" y="29612"/>
                  <a:pt x="20223" y="28419"/>
                  <a:pt x="21298" y="27579"/>
                </a:cubicBezTo>
                <a:cubicBezTo>
                  <a:pt x="23633" y="25765"/>
                  <a:pt x="26052" y="24186"/>
                  <a:pt x="28990" y="23599"/>
                </a:cubicBezTo>
                <a:cubicBezTo>
                  <a:pt x="31090" y="23179"/>
                  <a:pt x="33173" y="22692"/>
                  <a:pt x="34987" y="21432"/>
                </a:cubicBezTo>
                <a:cubicBezTo>
                  <a:pt x="37574" y="19651"/>
                  <a:pt x="39119" y="16830"/>
                  <a:pt x="41722" y="15184"/>
                </a:cubicBezTo>
                <a:cubicBezTo>
                  <a:pt x="42344" y="14781"/>
                  <a:pt x="42729" y="14747"/>
                  <a:pt x="43452" y="14747"/>
                </a:cubicBezTo>
                <a:cubicBezTo>
                  <a:pt x="43502" y="14747"/>
                  <a:pt x="43551" y="14746"/>
                  <a:pt x="43600" y="14746"/>
                </a:cubicBezTo>
                <a:cubicBezTo>
                  <a:pt x="45447" y="14746"/>
                  <a:pt x="47264" y="15033"/>
                  <a:pt x="49129" y="15033"/>
                </a:cubicBezTo>
                <a:cubicBezTo>
                  <a:pt x="49235" y="15032"/>
                  <a:pt x="49340" y="15032"/>
                  <a:pt x="49445" y="15032"/>
                </a:cubicBezTo>
                <a:cubicBezTo>
                  <a:pt x="54920" y="15032"/>
                  <a:pt x="60272" y="16228"/>
                  <a:pt x="65748" y="16228"/>
                </a:cubicBezTo>
                <a:cubicBezTo>
                  <a:pt x="66143" y="16228"/>
                  <a:pt x="66538" y="16222"/>
                  <a:pt x="66933" y="16209"/>
                </a:cubicBezTo>
                <a:cubicBezTo>
                  <a:pt x="69016" y="16142"/>
                  <a:pt x="71249" y="15974"/>
                  <a:pt x="73298" y="15553"/>
                </a:cubicBezTo>
                <a:cubicBezTo>
                  <a:pt x="74205" y="15369"/>
                  <a:pt x="75063" y="15033"/>
                  <a:pt x="75919" y="14731"/>
                </a:cubicBezTo>
                <a:cubicBezTo>
                  <a:pt x="76859" y="14411"/>
                  <a:pt x="77884" y="14294"/>
                  <a:pt x="78740" y="13824"/>
                </a:cubicBezTo>
                <a:cubicBezTo>
                  <a:pt x="79732" y="13286"/>
                  <a:pt x="80269" y="12984"/>
                  <a:pt x="80269" y="11858"/>
                </a:cubicBezTo>
                <a:cubicBezTo>
                  <a:pt x="80269" y="11220"/>
                  <a:pt x="80135" y="10633"/>
                  <a:pt x="80588" y="10078"/>
                </a:cubicBezTo>
                <a:cubicBezTo>
                  <a:pt x="81008" y="9558"/>
                  <a:pt x="81680" y="9457"/>
                  <a:pt x="82285" y="9238"/>
                </a:cubicBezTo>
                <a:cubicBezTo>
                  <a:pt x="83578" y="8768"/>
                  <a:pt x="84854" y="8499"/>
                  <a:pt x="86182" y="8214"/>
                </a:cubicBezTo>
                <a:cubicBezTo>
                  <a:pt x="86937" y="8062"/>
                  <a:pt x="87642" y="7576"/>
                  <a:pt x="88314" y="7206"/>
                </a:cubicBezTo>
                <a:cubicBezTo>
                  <a:pt x="88717" y="6971"/>
                  <a:pt x="89120" y="6752"/>
                  <a:pt x="89541" y="6534"/>
                </a:cubicBezTo>
                <a:cubicBezTo>
                  <a:pt x="90766" y="5863"/>
                  <a:pt x="91993" y="5173"/>
                  <a:pt x="93202" y="4468"/>
                </a:cubicBezTo>
                <a:cubicBezTo>
                  <a:pt x="94260" y="3830"/>
                  <a:pt x="95420" y="3142"/>
                  <a:pt x="96376" y="2369"/>
                </a:cubicBezTo>
                <a:cubicBezTo>
                  <a:pt x="96830" y="1999"/>
                  <a:pt x="97149" y="1496"/>
                  <a:pt x="97586" y="1126"/>
                </a:cubicBezTo>
                <a:lnTo>
                  <a:pt x="97586" y="1126"/>
                </a:lnTo>
                <a:cubicBezTo>
                  <a:pt x="97210" y="1176"/>
                  <a:pt x="96823" y="1189"/>
                  <a:pt x="96435" y="1189"/>
                </a:cubicBezTo>
                <a:cubicBezTo>
                  <a:pt x="96042" y="1189"/>
                  <a:pt x="95648" y="1176"/>
                  <a:pt x="95268" y="1176"/>
                </a:cubicBezTo>
                <a:cubicBezTo>
                  <a:pt x="93701" y="1176"/>
                  <a:pt x="92124" y="1205"/>
                  <a:pt x="90552" y="1205"/>
                </a:cubicBezTo>
                <a:cubicBezTo>
                  <a:pt x="90035" y="1205"/>
                  <a:pt x="89519" y="1202"/>
                  <a:pt x="89003" y="1193"/>
                </a:cubicBezTo>
                <a:cubicBezTo>
                  <a:pt x="86921" y="1142"/>
                  <a:pt x="84854" y="907"/>
                  <a:pt x="82771" y="857"/>
                </a:cubicBezTo>
                <a:cubicBezTo>
                  <a:pt x="82663" y="856"/>
                  <a:pt x="82555" y="855"/>
                  <a:pt x="82448" y="855"/>
                </a:cubicBezTo>
                <a:cubicBezTo>
                  <a:pt x="80397" y="855"/>
                  <a:pt x="78415" y="1145"/>
                  <a:pt x="76373" y="1193"/>
                </a:cubicBezTo>
                <a:cubicBezTo>
                  <a:pt x="76192" y="1198"/>
                  <a:pt x="76012" y="1201"/>
                  <a:pt x="75831" y="1201"/>
                </a:cubicBezTo>
                <a:cubicBezTo>
                  <a:pt x="72462" y="1201"/>
                  <a:pt x="69189" y="350"/>
                  <a:pt x="65841" y="286"/>
                </a:cubicBezTo>
                <a:cubicBezTo>
                  <a:pt x="65674" y="282"/>
                  <a:pt x="65507" y="281"/>
                  <a:pt x="65339" y="281"/>
                </a:cubicBezTo>
                <a:cubicBezTo>
                  <a:pt x="64343" y="281"/>
                  <a:pt x="63339" y="339"/>
                  <a:pt x="62334" y="339"/>
                </a:cubicBezTo>
                <a:cubicBezTo>
                  <a:pt x="62031" y="339"/>
                  <a:pt x="61728" y="334"/>
                  <a:pt x="61424" y="320"/>
                </a:cubicBezTo>
                <a:cubicBezTo>
                  <a:pt x="60332" y="269"/>
                  <a:pt x="59274" y="0"/>
                  <a:pt x="581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6"/>
          <p:cNvSpPr/>
          <p:nvPr/>
        </p:nvSpPr>
        <p:spPr>
          <a:xfrm>
            <a:off x="-99966" y="4522480"/>
            <a:ext cx="207447" cy="172034"/>
          </a:xfrm>
          <a:custGeom>
            <a:avLst/>
            <a:gdLst/>
            <a:ahLst/>
            <a:cxnLst/>
            <a:rect l="l" t="t" r="r" b="b"/>
            <a:pathLst>
              <a:path w="5729" h="4751" extrusionOk="0">
                <a:moveTo>
                  <a:pt x="3297" y="1"/>
                </a:moveTo>
                <a:cubicBezTo>
                  <a:pt x="2487" y="1"/>
                  <a:pt x="1637" y="272"/>
                  <a:pt x="1059" y="732"/>
                </a:cubicBezTo>
                <a:cubicBezTo>
                  <a:pt x="336" y="1321"/>
                  <a:pt x="0" y="2194"/>
                  <a:pt x="168" y="3101"/>
                </a:cubicBezTo>
                <a:cubicBezTo>
                  <a:pt x="386" y="4353"/>
                  <a:pt x="1487" y="4750"/>
                  <a:pt x="2601" y="4750"/>
                </a:cubicBezTo>
                <a:cubicBezTo>
                  <a:pt x="2951" y="4750"/>
                  <a:pt x="3303" y="4711"/>
                  <a:pt x="3628" y="4647"/>
                </a:cubicBezTo>
                <a:cubicBezTo>
                  <a:pt x="5039" y="4378"/>
                  <a:pt x="5728" y="3269"/>
                  <a:pt x="5610" y="1858"/>
                </a:cubicBezTo>
                <a:cubicBezTo>
                  <a:pt x="5502" y="541"/>
                  <a:pt x="4440" y="1"/>
                  <a:pt x="32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6"/>
          <p:cNvSpPr/>
          <p:nvPr/>
        </p:nvSpPr>
        <p:spPr>
          <a:xfrm>
            <a:off x="8805007" y="2539274"/>
            <a:ext cx="479312" cy="244997"/>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6"/>
          <p:cNvSpPr/>
          <p:nvPr/>
        </p:nvSpPr>
        <p:spPr>
          <a:xfrm>
            <a:off x="346525" y="2636500"/>
            <a:ext cx="251525" cy="269450"/>
          </a:xfrm>
          <a:custGeom>
            <a:avLst/>
            <a:gdLst/>
            <a:ahLst/>
            <a:cxnLst/>
            <a:rect l="l" t="t" r="r" b="b"/>
            <a:pathLst>
              <a:path w="10061" h="10778" extrusionOk="0">
                <a:moveTo>
                  <a:pt x="6902" y="1"/>
                </a:moveTo>
                <a:cubicBezTo>
                  <a:pt x="6568" y="1"/>
                  <a:pt x="6231" y="40"/>
                  <a:pt x="5913" y="150"/>
                </a:cubicBezTo>
                <a:cubicBezTo>
                  <a:pt x="5073" y="452"/>
                  <a:pt x="4569" y="1225"/>
                  <a:pt x="4048" y="1896"/>
                </a:cubicBezTo>
                <a:cubicBezTo>
                  <a:pt x="2553" y="3862"/>
                  <a:pt x="0" y="6331"/>
                  <a:pt x="572" y="9085"/>
                </a:cubicBezTo>
                <a:cubicBezTo>
                  <a:pt x="706" y="9707"/>
                  <a:pt x="1058" y="10413"/>
                  <a:pt x="1696" y="10648"/>
                </a:cubicBezTo>
                <a:cubicBezTo>
                  <a:pt x="1945" y="10738"/>
                  <a:pt x="2183" y="10778"/>
                  <a:pt x="2411" y="10778"/>
                </a:cubicBezTo>
                <a:cubicBezTo>
                  <a:pt x="3416" y="10778"/>
                  <a:pt x="4224" y="10002"/>
                  <a:pt x="4854" y="9304"/>
                </a:cubicBezTo>
                <a:cubicBezTo>
                  <a:pt x="5812" y="8263"/>
                  <a:pt x="7273" y="7826"/>
                  <a:pt x="7776" y="6348"/>
                </a:cubicBezTo>
                <a:cubicBezTo>
                  <a:pt x="7978" y="5710"/>
                  <a:pt x="7944" y="5004"/>
                  <a:pt x="8163" y="4400"/>
                </a:cubicBezTo>
                <a:cubicBezTo>
                  <a:pt x="8399" y="3677"/>
                  <a:pt x="9154" y="2971"/>
                  <a:pt x="9541" y="2300"/>
                </a:cubicBezTo>
                <a:cubicBezTo>
                  <a:pt x="9758" y="1896"/>
                  <a:pt x="10061" y="1191"/>
                  <a:pt x="9859" y="738"/>
                </a:cubicBezTo>
                <a:cubicBezTo>
                  <a:pt x="9608" y="183"/>
                  <a:pt x="9154" y="268"/>
                  <a:pt x="8634" y="217"/>
                </a:cubicBezTo>
                <a:cubicBezTo>
                  <a:pt x="8179" y="167"/>
                  <a:pt x="7727" y="66"/>
                  <a:pt x="7273" y="15"/>
                </a:cubicBezTo>
                <a:cubicBezTo>
                  <a:pt x="7150" y="6"/>
                  <a:pt x="7026"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9"/>
        <p:cNvGrpSpPr/>
        <p:nvPr/>
      </p:nvGrpSpPr>
      <p:grpSpPr>
        <a:xfrm>
          <a:off x="0" y="0"/>
          <a:ext cx="0" cy="0"/>
          <a:chOff x="0" y="0"/>
          <a:chExt cx="0" cy="0"/>
        </a:xfrm>
      </p:grpSpPr>
      <p:sp>
        <p:nvSpPr>
          <p:cNvPr id="60" name="Google Shape;60;p7"/>
          <p:cNvSpPr txBox="1">
            <a:spLocks noGrp="1"/>
          </p:cNvSpPr>
          <p:nvPr>
            <p:ph type="title"/>
          </p:nvPr>
        </p:nvSpPr>
        <p:spPr>
          <a:xfrm>
            <a:off x="720000" y="1089600"/>
            <a:ext cx="36258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61" name="Google Shape;61;p7"/>
          <p:cNvSpPr txBox="1">
            <a:spLocks noGrp="1"/>
          </p:cNvSpPr>
          <p:nvPr>
            <p:ph type="body" idx="1"/>
          </p:nvPr>
        </p:nvSpPr>
        <p:spPr>
          <a:xfrm>
            <a:off x="720000" y="1738500"/>
            <a:ext cx="3625800" cy="2315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Figtree Light"/>
              <a:buChar char="●"/>
              <a:defRPr/>
            </a:lvl1pPr>
            <a:lvl2pPr marL="914400" lvl="1" indent="-304800" rtl="0">
              <a:lnSpc>
                <a:spcPct val="100000"/>
              </a:lnSpc>
              <a:spcBef>
                <a:spcPts val="0"/>
              </a:spcBef>
              <a:spcAft>
                <a:spcPts val="0"/>
              </a:spcAft>
              <a:buClr>
                <a:srgbClr val="E76A28"/>
              </a:buClr>
              <a:buSzPts val="1200"/>
              <a:buFont typeface="Nunito Light"/>
              <a:buChar char="○"/>
              <a:defRPr/>
            </a:lvl2pPr>
            <a:lvl3pPr marL="1371600" lvl="2" indent="-304800" rtl="0">
              <a:lnSpc>
                <a:spcPct val="100000"/>
              </a:lnSpc>
              <a:spcBef>
                <a:spcPts val="0"/>
              </a:spcBef>
              <a:spcAft>
                <a:spcPts val="0"/>
              </a:spcAft>
              <a:buClr>
                <a:srgbClr val="E76A28"/>
              </a:buClr>
              <a:buSzPts val="1200"/>
              <a:buFont typeface="Nunito Light"/>
              <a:buChar char="■"/>
              <a:defRPr/>
            </a:lvl3pPr>
            <a:lvl4pPr marL="1828800" lvl="3" indent="-304800" rtl="0">
              <a:lnSpc>
                <a:spcPct val="100000"/>
              </a:lnSpc>
              <a:spcBef>
                <a:spcPts val="0"/>
              </a:spcBef>
              <a:spcAft>
                <a:spcPts val="0"/>
              </a:spcAft>
              <a:buClr>
                <a:srgbClr val="E76A28"/>
              </a:buClr>
              <a:buSzPts val="1200"/>
              <a:buFont typeface="Nunito Light"/>
              <a:buChar char="●"/>
              <a:defRPr/>
            </a:lvl4pPr>
            <a:lvl5pPr marL="2286000" lvl="4" indent="-304800" rtl="0">
              <a:lnSpc>
                <a:spcPct val="100000"/>
              </a:lnSpc>
              <a:spcBef>
                <a:spcPts val="0"/>
              </a:spcBef>
              <a:spcAft>
                <a:spcPts val="0"/>
              </a:spcAft>
              <a:buClr>
                <a:srgbClr val="E76A28"/>
              </a:buClr>
              <a:buSzPts val="1200"/>
              <a:buFont typeface="Nunito Light"/>
              <a:buChar char="○"/>
              <a:defRPr/>
            </a:lvl5pPr>
            <a:lvl6pPr marL="2743200" lvl="5" indent="-304800" rtl="0">
              <a:lnSpc>
                <a:spcPct val="100000"/>
              </a:lnSpc>
              <a:spcBef>
                <a:spcPts val="0"/>
              </a:spcBef>
              <a:spcAft>
                <a:spcPts val="0"/>
              </a:spcAft>
              <a:buClr>
                <a:srgbClr val="999999"/>
              </a:buClr>
              <a:buSzPts val="1200"/>
              <a:buFont typeface="Nunito Light"/>
              <a:buChar char="■"/>
              <a:defRPr/>
            </a:lvl6pPr>
            <a:lvl7pPr marL="3200400" lvl="6" indent="-304800" rtl="0">
              <a:lnSpc>
                <a:spcPct val="100000"/>
              </a:lnSpc>
              <a:spcBef>
                <a:spcPts val="0"/>
              </a:spcBef>
              <a:spcAft>
                <a:spcPts val="0"/>
              </a:spcAft>
              <a:buClr>
                <a:srgbClr val="999999"/>
              </a:buClr>
              <a:buSzPts val="1200"/>
              <a:buFont typeface="Nunito Light"/>
              <a:buChar char="●"/>
              <a:defRPr/>
            </a:lvl7pPr>
            <a:lvl8pPr marL="3657600" lvl="7" indent="-304800" rtl="0">
              <a:lnSpc>
                <a:spcPct val="100000"/>
              </a:lnSpc>
              <a:spcBef>
                <a:spcPts val="0"/>
              </a:spcBef>
              <a:spcAft>
                <a:spcPts val="0"/>
              </a:spcAft>
              <a:buClr>
                <a:srgbClr val="999999"/>
              </a:buClr>
              <a:buSzPts val="1200"/>
              <a:buFont typeface="Nunito Light"/>
              <a:buChar char="○"/>
              <a:defRPr/>
            </a:lvl8pPr>
            <a:lvl9pPr marL="4114800" lvl="8" indent="-304800" rtl="0">
              <a:lnSpc>
                <a:spcPct val="100000"/>
              </a:lnSpc>
              <a:spcBef>
                <a:spcPts val="0"/>
              </a:spcBef>
              <a:spcAft>
                <a:spcPts val="0"/>
              </a:spcAft>
              <a:buClr>
                <a:srgbClr val="999999"/>
              </a:buClr>
              <a:buSzPts val="1200"/>
              <a:buFont typeface="Nunito Light"/>
              <a:buChar char="■"/>
              <a:defRPr/>
            </a:lvl9pPr>
          </a:lstStyle>
          <a:p>
            <a:endParaRPr/>
          </a:p>
        </p:txBody>
      </p:sp>
      <p:sp>
        <p:nvSpPr>
          <p:cNvPr id="62" name="Google Shape;62;p7"/>
          <p:cNvSpPr>
            <a:spLocks noGrp="1"/>
          </p:cNvSpPr>
          <p:nvPr>
            <p:ph type="pic" idx="2"/>
          </p:nvPr>
        </p:nvSpPr>
        <p:spPr>
          <a:xfrm>
            <a:off x="4843125" y="535000"/>
            <a:ext cx="3585900" cy="4073400"/>
          </a:xfrm>
          <a:prstGeom prst="rect">
            <a:avLst/>
          </a:prstGeom>
          <a:noFill/>
          <a:ln>
            <a:noFill/>
          </a:ln>
        </p:spPr>
        <p:txBody>
          <a:bodyPr/>
          <a:lstStyle/>
          <a:p>
            <a:endParaRPr lang="en-US"/>
          </a:p>
        </p:txBody>
      </p:sp>
      <p:sp>
        <p:nvSpPr>
          <p:cNvPr id="63" name="Google Shape;63;p7"/>
          <p:cNvSpPr/>
          <p:nvPr/>
        </p:nvSpPr>
        <p:spPr>
          <a:xfrm rot="388472">
            <a:off x="-322947" y="3663729"/>
            <a:ext cx="4485278" cy="2055483"/>
          </a:xfrm>
          <a:custGeom>
            <a:avLst/>
            <a:gdLst/>
            <a:ahLst/>
            <a:cxnLst/>
            <a:rect l="l" t="t" r="r" b="b"/>
            <a:pathLst>
              <a:path w="158052" h="72431" extrusionOk="0">
                <a:moveTo>
                  <a:pt x="2689" y="0"/>
                </a:moveTo>
                <a:cubicBezTo>
                  <a:pt x="2666" y="0"/>
                  <a:pt x="2643" y="0"/>
                  <a:pt x="2620" y="1"/>
                </a:cubicBezTo>
                <a:lnTo>
                  <a:pt x="0" y="68092"/>
                </a:lnTo>
                <a:cubicBezTo>
                  <a:pt x="873" y="68009"/>
                  <a:pt x="1596" y="67521"/>
                  <a:pt x="2486" y="67505"/>
                </a:cubicBezTo>
                <a:cubicBezTo>
                  <a:pt x="2543" y="67504"/>
                  <a:pt x="2599" y="67503"/>
                  <a:pt x="2656" y="67503"/>
                </a:cubicBezTo>
                <a:cubicBezTo>
                  <a:pt x="3930" y="67503"/>
                  <a:pt x="5176" y="67841"/>
                  <a:pt x="6466" y="67841"/>
                </a:cubicBezTo>
                <a:cubicBezTo>
                  <a:pt x="6494" y="67841"/>
                  <a:pt x="6522" y="67841"/>
                  <a:pt x="6550" y="67841"/>
                </a:cubicBezTo>
                <a:cubicBezTo>
                  <a:pt x="8902" y="67807"/>
                  <a:pt x="11153" y="67438"/>
                  <a:pt x="13454" y="67084"/>
                </a:cubicBezTo>
                <a:cubicBezTo>
                  <a:pt x="15217" y="66799"/>
                  <a:pt x="16998" y="66312"/>
                  <a:pt x="18778" y="66110"/>
                </a:cubicBezTo>
                <a:cubicBezTo>
                  <a:pt x="19652" y="66012"/>
                  <a:pt x="20536" y="65981"/>
                  <a:pt x="21424" y="65981"/>
                </a:cubicBezTo>
                <a:cubicBezTo>
                  <a:pt x="22977" y="65981"/>
                  <a:pt x="24540" y="66077"/>
                  <a:pt x="26068" y="66077"/>
                </a:cubicBezTo>
                <a:cubicBezTo>
                  <a:pt x="26762" y="66071"/>
                  <a:pt x="27453" y="66056"/>
                  <a:pt x="28144" y="66056"/>
                </a:cubicBezTo>
                <a:cubicBezTo>
                  <a:pt x="29375" y="66056"/>
                  <a:pt x="30602" y="66103"/>
                  <a:pt x="31829" y="66329"/>
                </a:cubicBezTo>
                <a:cubicBezTo>
                  <a:pt x="34062" y="66732"/>
                  <a:pt x="36062" y="67774"/>
                  <a:pt x="38346" y="68076"/>
                </a:cubicBezTo>
                <a:cubicBezTo>
                  <a:pt x="40698" y="68394"/>
                  <a:pt x="43065" y="68580"/>
                  <a:pt x="45349" y="69268"/>
                </a:cubicBezTo>
                <a:cubicBezTo>
                  <a:pt x="47018" y="69775"/>
                  <a:pt x="48731" y="69859"/>
                  <a:pt x="50455" y="69859"/>
                </a:cubicBezTo>
                <a:cubicBezTo>
                  <a:pt x="51299" y="69859"/>
                  <a:pt x="52147" y="69839"/>
                  <a:pt x="52992" y="69839"/>
                </a:cubicBezTo>
                <a:cubicBezTo>
                  <a:pt x="53509" y="69836"/>
                  <a:pt x="54025" y="69835"/>
                  <a:pt x="54540" y="69835"/>
                </a:cubicBezTo>
                <a:cubicBezTo>
                  <a:pt x="57219" y="69835"/>
                  <a:pt x="59875" y="69882"/>
                  <a:pt x="62566" y="70108"/>
                </a:cubicBezTo>
                <a:cubicBezTo>
                  <a:pt x="66983" y="70477"/>
                  <a:pt x="71367" y="70898"/>
                  <a:pt x="75801" y="71082"/>
                </a:cubicBezTo>
                <a:cubicBezTo>
                  <a:pt x="80605" y="71283"/>
                  <a:pt x="85442" y="71133"/>
                  <a:pt x="90229" y="71619"/>
                </a:cubicBezTo>
                <a:cubicBezTo>
                  <a:pt x="93858" y="71994"/>
                  <a:pt x="97376" y="72430"/>
                  <a:pt x="100984" y="72430"/>
                </a:cubicBezTo>
                <a:cubicBezTo>
                  <a:pt x="101584" y="72430"/>
                  <a:pt x="102186" y="72418"/>
                  <a:pt x="102792" y="72392"/>
                </a:cubicBezTo>
                <a:cubicBezTo>
                  <a:pt x="106370" y="72241"/>
                  <a:pt x="109931" y="71922"/>
                  <a:pt x="113492" y="71854"/>
                </a:cubicBezTo>
                <a:cubicBezTo>
                  <a:pt x="113901" y="71848"/>
                  <a:pt x="114309" y="71847"/>
                  <a:pt x="114717" y="71847"/>
                </a:cubicBezTo>
                <a:cubicBezTo>
                  <a:pt x="115254" y="71847"/>
                  <a:pt x="115789" y="71850"/>
                  <a:pt x="116325" y="71850"/>
                </a:cubicBezTo>
                <a:cubicBezTo>
                  <a:pt x="117656" y="71850"/>
                  <a:pt x="118983" y="71831"/>
                  <a:pt x="120311" y="71704"/>
                </a:cubicBezTo>
                <a:cubicBezTo>
                  <a:pt x="121705" y="71552"/>
                  <a:pt x="123082" y="71351"/>
                  <a:pt x="124493" y="71317"/>
                </a:cubicBezTo>
                <a:cubicBezTo>
                  <a:pt x="127332" y="71234"/>
                  <a:pt x="130086" y="70999"/>
                  <a:pt x="132908" y="70544"/>
                </a:cubicBezTo>
                <a:cubicBezTo>
                  <a:pt x="134306" y="70321"/>
                  <a:pt x="135676" y="70249"/>
                  <a:pt x="137047" y="70249"/>
                </a:cubicBezTo>
                <a:cubicBezTo>
                  <a:pt x="138460" y="70249"/>
                  <a:pt x="139874" y="70326"/>
                  <a:pt x="141322" y="70394"/>
                </a:cubicBezTo>
                <a:cubicBezTo>
                  <a:pt x="141745" y="70413"/>
                  <a:pt x="142167" y="70420"/>
                  <a:pt x="142590" y="70420"/>
                </a:cubicBezTo>
                <a:cubicBezTo>
                  <a:pt x="143658" y="70420"/>
                  <a:pt x="144727" y="70376"/>
                  <a:pt x="145796" y="70376"/>
                </a:cubicBezTo>
                <a:cubicBezTo>
                  <a:pt x="146152" y="70376"/>
                  <a:pt x="146509" y="70381"/>
                  <a:pt x="146865" y="70394"/>
                </a:cubicBezTo>
                <a:cubicBezTo>
                  <a:pt x="147528" y="70423"/>
                  <a:pt x="148377" y="70760"/>
                  <a:pt x="149072" y="70760"/>
                </a:cubicBezTo>
                <a:cubicBezTo>
                  <a:pt x="149187" y="70760"/>
                  <a:pt x="149297" y="70751"/>
                  <a:pt x="149402" y="70730"/>
                </a:cubicBezTo>
                <a:cubicBezTo>
                  <a:pt x="149922" y="70629"/>
                  <a:pt x="149772" y="70595"/>
                  <a:pt x="149839" y="70125"/>
                </a:cubicBezTo>
                <a:cubicBezTo>
                  <a:pt x="149973" y="69185"/>
                  <a:pt x="149738" y="68193"/>
                  <a:pt x="149821" y="67236"/>
                </a:cubicBezTo>
                <a:cubicBezTo>
                  <a:pt x="149872" y="66396"/>
                  <a:pt x="150325" y="65657"/>
                  <a:pt x="150560" y="64851"/>
                </a:cubicBezTo>
                <a:cubicBezTo>
                  <a:pt x="151131" y="62986"/>
                  <a:pt x="151870" y="61239"/>
                  <a:pt x="152643" y="59443"/>
                </a:cubicBezTo>
                <a:cubicBezTo>
                  <a:pt x="153735" y="56872"/>
                  <a:pt x="155062" y="54353"/>
                  <a:pt x="155969" y="51733"/>
                </a:cubicBezTo>
                <a:cubicBezTo>
                  <a:pt x="156490" y="50288"/>
                  <a:pt x="156725" y="48777"/>
                  <a:pt x="157245" y="47350"/>
                </a:cubicBezTo>
                <a:cubicBezTo>
                  <a:pt x="157531" y="46526"/>
                  <a:pt x="158051" y="45720"/>
                  <a:pt x="156943" y="45485"/>
                </a:cubicBezTo>
                <a:cubicBezTo>
                  <a:pt x="156827" y="45459"/>
                  <a:pt x="156699" y="45449"/>
                  <a:pt x="156566" y="45449"/>
                </a:cubicBezTo>
                <a:cubicBezTo>
                  <a:pt x="156234" y="45449"/>
                  <a:pt x="155867" y="45507"/>
                  <a:pt x="155548" y="45507"/>
                </a:cubicBezTo>
                <a:cubicBezTo>
                  <a:pt x="155496" y="45507"/>
                  <a:pt x="155446" y="45505"/>
                  <a:pt x="155398" y="45502"/>
                </a:cubicBezTo>
                <a:cubicBezTo>
                  <a:pt x="154423" y="45468"/>
                  <a:pt x="153467" y="45200"/>
                  <a:pt x="152475" y="45166"/>
                </a:cubicBezTo>
                <a:cubicBezTo>
                  <a:pt x="152363" y="45163"/>
                  <a:pt x="152251" y="45162"/>
                  <a:pt x="152139" y="45162"/>
                </a:cubicBezTo>
                <a:cubicBezTo>
                  <a:pt x="150262" y="45162"/>
                  <a:pt x="148372" y="45522"/>
                  <a:pt x="146468" y="45522"/>
                </a:cubicBezTo>
                <a:cubicBezTo>
                  <a:pt x="146354" y="45522"/>
                  <a:pt x="146240" y="45521"/>
                  <a:pt x="146126" y="45518"/>
                </a:cubicBezTo>
                <a:cubicBezTo>
                  <a:pt x="144312" y="45468"/>
                  <a:pt x="142565" y="45249"/>
                  <a:pt x="140769" y="45048"/>
                </a:cubicBezTo>
                <a:cubicBezTo>
                  <a:pt x="139539" y="44913"/>
                  <a:pt x="138208" y="44806"/>
                  <a:pt x="136868" y="44806"/>
                </a:cubicBezTo>
                <a:cubicBezTo>
                  <a:pt x="134858" y="44806"/>
                  <a:pt x="132828" y="45048"/>
                  <a:pt x="131094" y="45804"/>
                </a:cubicBezTo>
                <a:cubicBezTo>
                  <a:pt x="129515" y="46492"/>
                  <a:pt x="127937" y="47417"/>
                  <a:pt x="126660" y="48559"/>
                </a:cubicBezTo>
                <a:cubicBezTo>
                  <a:pt x="125350" y="49717"/>
                  <a:pt x="124258" y="51011"/>
                  <a:pt x="122746" y="51952"/>
                </a:cubicBezTo>
                <a:cubicBezTo>
                  <a:pt x="119303" y="54118"/>
                  <a:pt x="115053" y="54823"/>
                  <a:pt x="111712" y="57208"/>
                </a:cubicBezTo>
                <a:cubicBezTo>
                  <a:pt x="111208" y="57578"/>
                  <a:pt x="110686" y="58149"/>
                  <a:pt x="110048" y="58283"/>
                </a:cubicBezTo>
                <a:cubicBezTo>
                  <a:pt x="109943" y="58304"/>
                  <a:pt x="109838" y="58313"/>
                  <a:pt x="109734" y="58313"/>
                </a:cubicBezTo>
                <a:cubicBezTo>
                  <a:pt x="109240" y="58313"/>
                  <a:pt x="108757" y="58112"/>
                  <a:pt x="108285" y="58014"/>
                </a:cubicBezTo>
                <a:cubicBezTo>
                  <a:pt x="107527" y="57866"/>
                  <a:pt x="106754" y="57804"/>
                  <a:pt x="105976" y="57804"/>
                </a:cubicBezTo>
                <a:cubicBezTo>
                  <a:pt x="103859" y="57804"/>
                  <a:pt x="101704" y="58260"/>
                  <a:pt x="99702" y="58653"/>
                </a:cubicBezTo>
                <a:cubicBezTo>
                  <a:pt x="97928" y="58994"/>
                  <a:pt x="96100" y="59147"/>
                  <a:pt x="94297" y="59147"/>
                </a:cubicBezTo>
                <a:cubicBezTo>
                  <a:pt x="93880" y="59147"/>
                  <a:pt x="93464" y="59139"/>
                  <a:pt x="93050" y="59123"/>
                </a:cubicBezTo>
                <a:cubicBezTo>
                  <a:pt x="92379" y="59107"/>
                  <a:pt x="91691" y="58955"/>
                  <a:pt x="91035" y="58821"/>
                </a:cubicBezTo>
                <a:cubicBezTo>
                  <a:pt x="90011" y="58619"/>
                  <a:pt x="89187" y="57830"/>
                  <a:pt x="88298" y="57275"/>
                </a:cubicBezTo>
                <a:cubicBezTo>
                  <a:pt x="86719" y="56301"/>
                  <a:pt x="85055" y="55412"/>
                  <a:pt x="83510" y="54404"/>
                </a:cubicBezTo>
                <a:cubicBezTo>
                  <a:pt x="82688" y="53883"/>
                  <a:pt x="81982" y="53076"/>
                  <a:pt x="81226" y="52456"/>
                </a:cubicBezTo>
                <a:cubicBezTo>
                  <a:pt x="80151" y="51582"/>
                  <a:pt x="79396" y="50474"/>
                  <a:pt x="78623" y="49348"/>
                </a:cubicBezTo>
                <a:cubicBezTo>
                  <a:pt x="76776" y="46660"/>
                  <a:pt x="74626" y="44192"/>
                  <a:pt x="72442" y="41773"/>
                </a:cubicBezTo>
                <a:cubicBezTo>
                  <a:pt x="71484" y="40714"/>
                  <a:pt x="70443" y="39724"/>
                  <a:pt x="69587" y="38564"/>
                </a:cubicBezTo>
                <a:cubicBezTo>
                  <a:pt x="69352" y="38246"/>
                  <a:pt x="69234" y="37825"/>
                  <a:pt x="68848" y="37675"/>
                </a:cubicBezTo>
                <a:cubicBezTo>
                  <a:pt x="68591" y="37581"/>
                  <a:pt x="68261" y="37545"/>
                  <a:pt x="67906" y="37545"/>
                </a:cubicBezTo>
                <a:cubicBezTo>
                  <a:pt x="67123" y="37545"/>
                  <a:pt x="66211" y="37717"/>
                  <a:pt x="65657" y="37809"/>
                </a:cubicBezTo>
                <a:cubicBezTo>
                  <a:pt x="63590" y="38145"/>
                  <a:pt x="61693" y="38430"/>
                  <a:pt x="59727" y="39119"/>
                </a:cubicBezTo>
                <a:cubicBezTo>
                  <a:pt x="58875" y="39423"/>
                  <a:pt x="58129" y="39645"/>
                  <a:pt x="57318" y="39645"/>
                </a:cubicBezTo>
                <a:cubicBezTo>
                  <a:pt x="56962" y="39645"/>
                  <a:pt x="56594" y="39603"/>
                  <a:pt x="56200" y="39505"/>
                </a:cubicBezTo>
                <a:cubicBezTo>
                  <a:pt x="55394" y="39287"/>
                  <a:pt x="54655" y="38951"/>
                  <a:pt x="53882" y="38683"/>
                </a:cubicBezTo>
                <a:cubicBezTo>
                  <a:pt x="52483" y="38191"/>
                  <a:pt x="51167" y="37937"/>
                  <a:pt x="49717" y="37937"/>
                </a:cubicBezTo>
                <a:cubicBezTo>
                  <a:pt x="49584" y="37937"/>
                  <a:pt x="49449" y="37939"/>
                  <a:pt x="49313" y="37944"/>
                </a:cubicBezTo>
                <a:cubicBezTo>
                  <a:pt x="48222" y="37977"/>
                  <a:pt x="47163" y="38246"/>
                  <a:pt x="46089" y="38397"/>
                </a:cubicBezTo>
                <a:cubicBezTo>
                  <a:pt x="44442" y="38616"/>
                  <a:pt x="42780" y="38817"/>
                  <a:pt x="41150" y="39119"/>
                </a:cubicBezTo>
                <a:cubicBezTo>
                  <a:pt x="39148" y="39494"/>
                  <a:pt x="37124" y="39769"/>
                  <a:pt x="35088" y="39769"/>
                </a:cubicBezTo>
                <a:cubicBezTo>
                  <a:pt x="34479" y="39769"/>
                  <a:pt x="33868" y="39745"/>
                  <a:pt x="33256" y="39691"/>
                </a:cubicBezTo>
                <a:cubicBezTo>
                  <a:pt x="32333" y="39606"/>
                  <a:pt x="31762" y="39187"/>
                  <a:pt x="30938" y="38900"/>
                </a:cubicBezTo>
                <a:cubicBezTo>
                  <a:pt x="30233" y="38632"/>
                  <a:pt x="29444" y="38531"/>
                  <a:pt x="28755" y="38179"/>
                </a:cubicBezTo>
                <a:cubicBezTo>
                  <a:pt x="27579" y="37574"/>
                  <a:pt x="26287" y="36466"/>
                  <a:pt x="25463" y="35474"/>
                </a:cubicBezTo>
                <a:cubicBezTo>
                  <a:pt x="23414" y="33022"/>
                  <a:pt x="21701" y="30217"/>
                  <a:pt x="20408" y="27261"/>
                </a:cubicBezTo>
                <a:cubicBezTo>
                  <a:pt x="19719" y="25649"/>
                  <a:pt x="19165" y="24019"/>
                  <a:pt x="18695" y="22323"/>
                </a:cubicBezTo>
                <a:cubicBezTo>
                  <a:pt x="18341" y="21047"/>
                  <a:pt x="17721" y="19820"/>
                  <a:pt x="17452" y="18527"/>
                </a:cubicBezTo>
                <a:cubicBezTo>
                  <a:pt x="17217" y="17419"/>
                  <a:pt x="17065" y="16293"/>
                  <a:pt x="16814" y="15184"/>
                </a:cubicBezTo>
                <a:cubicBezTo>
                  <a:pt x="16511" y="13892"/>
                  <a:pt x="15923" y="12766"/>
                  <a:pt x="15302" y="11607"/>
                </a:cubicBezTo>
                <a:cubicBezTo>
                  <a:pt x="14361" y="9809"/>
                  <a:pt x="13538" y="7861"/>
                  <a:pt x="12346" y="6215"/>
                </a:cubicBezTo>
                <a:cubicBezTo>
                  <a:pt x="11354" y="4838"/>
                  <a:pt x="10380" y="2990"/>
                  <a:pt x="8936" y="2016"/>
                </a:cubicBezTo>
                <a:cubicBezTo>
                  <a:pt x="7074" y="770"/>
                  <a:pt x="4900" y="0"/>
                  <a:pt x="26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7"/>
          <p:cNvSpPr/>
          <p:nvPr/>
        </p:nvSpPr>
        <p:spPr>
          <a:xfrm>
            <a:off x="-650950" y="70"/>
            <a:ext cx="2230642" cy="1069860"/>
          </a:xfrm>
          <a:custGeom>
            <a:avLst/>
            <a:gdLst/>
            <a:ahLst/>
            <a:cxnLst/>
            <a:rect l="l" t="t" r="r" b="b"/>
            <a:pathLst>
              <a:path w="78606" h="37701" extrusionOk="0">
                <a:moveTo>
                  <a:pt x="0" y="0"/>
                </a:moveTo>
                <a:lnTo>
                  <a:pt x="3494" y="4636"/>
                </a:lnTo>
                <a:cubicBezTo>
                  <a:pt x="3552" y="4635"/>
                  <a:pt x="3611" y="4635"/>
                  <a:pt x="3671" y="4635"/>
                </a:cubicBezTo>
                <a:cubicBezTo>
                  <a:pt x="6087" y="4635"/>
                  <a:pt x="8605" y="4961"/>
                  <a:pt x="10868" y="5879"/>
                </a:cubicBezTo>
                <a:cubicBezTo>
                  <a:pt x="12530" y="6551"/>
                  <a:pt x="13672" y="7491"/>
                  <a:pt x="14781" y="8868"/>
                </a:cubicBezTo>
                <a:cubicBezTo>
                  <a:pt x="15990" y="10380"/>
                  <a:pt x="17266" y="12093"/>
                  <a:pt x="18896" y="13186"/>
                </a:cubicBezTo>
                <a:cubicBezTo>
                  <a:pt x="21846" y="15153"/>
                  <a:pt x="25695" y="15370"/>
                  <a:pt x="29163" y="15370"/>
                </a:cubicBezTo>
                <a:cubicBezTo>
                  <a:pt x="29307" y="15370"/>
                  <a:pt x="29451" y="15370"/>
                  <a:pt x="29595" y="15369"/>
                </a:cubicBezTo>
                <a:cubicBezTo>
                  <a:pt x="31040" y="15356"/>
                  <a:pt x="32531" y="15270"/>
                  <a:pt x="34015" y="15270"/>
                </a:cubicBezTo>
                <a:cubicBezTo>
                  <a:pt x="36358" y="15270"/>
                  <a:pt x="38683" y="15485"/>
                  <a:pt x="40781" y="16545"/>
                </a:cubicBezTo>
                <a:cubicBezTo>
                  <a:pt x="42931" y="17636"/>
                  <a:pt x="44796" y="18896"/>
                  <a:pt x="47282" y="19148"/>
                </a:cubicBezTo>
                <a:cubicBezTo>
                  <a:pt x="50388" y="19467"/>
                  <a:pt x="54370" y="19181"/>
                  <a:pt x="57107" y="20912"/>
                </a:cubicBezTo>
                <a:cubicBezTo>
                  <a:pt x="57812" y="21349"/>
                  <a:pt x="58535" y="22137"/>
                  <a:pt x="58501" y="23044"/>
                </a:cubicBezTo>
                <a:cubicBezTo>
                  <a:pt x="58450" y="24086"/>
                  <a:pt x="57409" y="24540"/>
                  <a:pt x="56569" y="24858"/>
                </a:cubicBezTo>
                <a:cubicBezTo>
                  <a:pt x="54822" y="25497"/>
                  <a:pt x="52841" y="25783"/>
                  <a:pt x="51010" y="26085"/>
                </a:cubicBezTo>
                <a:cubicBezTo>
                  <a:pt x="48910" y="26455"/>
                  <a:pt x="46778" y="26773"/>
                  <a:pt x="44644" y="26941"/>
                </a:cubicBezTo>
                <a:cubicBezTo>
                  <a:pt x="40664" y="27261"/>
                  <a:pt x="36835" y="28386"/>
                  <a:pt x="32887" y="28974"/>
                </a:cubicBezTo>
                <a:cubicBezTo>
                  <a:pt x="30183" y="29393"/>
                  <a:pt x="27462" y="29680"/>
                  <a:pt x="24741" y="29998"/>
                </a:cubicBezTo>
                <a:cubicBezTo>
                  <a:pt x="23196" y="30166"/>
                  <a:pt x="21902" y="30217"/>
                  <a:pt x="20576" y="31140"/>
                </a:cubicBezTo>
                <a:cubicBezTo>
                  <a:pt x="20072" y="31493"/>
                  <a:pt x="19635" y="31913"/>
                  <a:pt x="19181" y="32316"/>
                </a:cubicBezTo>
                <a:cubicBezTo>
                  <a:pt x="18442" y="32972"/>
                  <a:pt x="17905" y="33240"/>
                  <a:pt x="16930" y="33475"/>
                </a:cubicBezTo>
                <a:cubicBezTo>
                  <a:pt x="14646" y="34029"/>
                  <a:pt x="12346" y="34533"/>
                  <a:pt x="10062" y="35070"/>
                </a:cubicBezTo>
                <a:cubicBezTo>
                  <a:pt x="9457" y="35222"/>
                  <a:pt x="5695" y="35558"/>
                  <a:pt x="5493" y="36398"/>
                </a:cubicBezTo>
                <a:cubicBezTo>
                  <a:pt x="5240" y="37538"/>
                  <a:pt x="11996" y="37700"/>
                  <a:pt x="16277" y="37700"/>
                </a:cubicBezTo>
                <a:cubicBezTo>
                  <a:pt x="17987" y="37700"/>
                  <a:pt x="19302" y="37674"/>
                  <a:pt x="19618" y="37674"/>
                </a:cubicBezTo>
                <a:cubicBezTo>
                  <a:pt x="19669" y="37675"/>
                  <a:pt x="19719" y="37675"/>
                  <a:pt x="19770" y="37675"/>
                </a:cubicBezTo>
                <a:cubicBezTo>
                  <a:pt x="21043" y="37675"/>
                  <a:pt x="22272" y="37486"/>
                  <a:pt x="23532" y="37406"/>
                </a:cubicBezTo>
                <a:cubicBezTo>
                  <a:pt x="23585" y="37403"/>
                  <a:pt x="23640" y="37402"/>
                  <a:pt x="23697" y="37402"/>
                </a:cubicBezTo>
                <a:cubicBezTo>
                  <a:pt x="23993" y="37402"/>
                  <a:pt x="24338" y="37433"/>
                  <a:pt x="24671" y="37433"/>
                </a:cubicBezTo>
                <a:cubicBezTo>
                  <a:pt x="25049" y="37433"/>
                  <a:pt x="25411" y="37393"/>
                  <a:pt x="25664" y="37220"/>
                </a:cubicBezTo>
                <a:cubicBezTo>
                  <a:pt x="25933" y="37052"/>
                  <a:pt x="26186" y="36600"/>
                  <a:pt x="26471" y="36364"/>
                </a:cubicBezTo>
                <a:cubicBezTo>
                  <a:pt x="27143" y="35809"/>
                  <a:pt x="27832" y="35474"/>
                  <a:pt x="28654" y="35138"/>
                </a:cubicBezTo>
                <a:cubicBezTo>
                  <a:pt x="31442" y="34029"/>
                  <a:pt x="34382" y="33525"/>
                  <a:pt x="37338" y="33005"/>
                </a:cubicBezTo>
                <a:cubicBezTo>
                  <a:pt x="38884" y="32736"/>
                  <a:pt x="40462" y="32719"/>
                  <a:pt x="42008" y="32468"/>
                </a:cubicBezTo>
                <a:cubicBezTo>
                  <a:pt x="43990" y="32148"/>
                  <a:pt x="45972" y="31829"/>
                  <a:pt x="47954" y="31442"/>
                </a:cubicBezTo>
                <a:cubicBezTo>
                  <a:pt x="53832" y="30318"/>
                  <a:pt x="59660" y="29024"/>
                  <a:pt x="65505" y="27680"/>
                </a:cubicBezTo>
                <a:cubicBezTo>
                  <a:pt x="68024" y="27109"/>
                  <a:pt x="70292" y="26168"/>
                  <a:pt x="72711" y="25362"/>
                </a:cubicBezTo>
                <a:cubicBezTo>
                  <a:pt x="74642" y="24708"/>
                  <a:pt x="76541" y="23666"/>
                  <a:pt x="77649" y="21869"/>
                </a:cubicBezTo>
                <a:cubicBezTo>
                  <a:pt x="78254" y="20894"/>
                  <a:pt x="78606" y="18946"/>
                  <a:pt x="77934" y="17938"/>
                </a:cubicBezTo>
                <a:cubicBezTo>
                  <a:pt x="76893" y="16377"/>
                  <a:pt x="74340" y="15839"/>
                  <a:pt x="72626" y="15520"/>
                </a:cubicBezTo>
                <a:cubicBezTo>
                  <a:pt x="70347" y="15101"/>
                  <a:pt x="67852" y="14739"/>
                  <a:pt x="65512" y="14739"/>
                </a:cubicBezTo>
                <a:cubicBezTo>
                  <a:pt x="65318" y="14739"/>
                  <a:pt x="65125" y="14742"/>
                  <a:pt x="64934" y="14747"/>
                </a:cubicBezTo>
                <a:cubicBezTo>
                  <a:pt x="63574" y="14781"/>
                  <a:pt x="62347" y="15150"/>
                  <a:pt x="61021" y="15302"/>
                </a:cubicBezTo>
                <a:cubicBezTo>
                  <a:pt x="60371" y="15382"/>
                  <a:pt x="59711" y="15405"/>
                  <a:pt x="59049" y="15405"/>
                </a:cubicBezTo>
                <a:cubicBezTo>
                  <a:pt x="58325" y="15405"/>
                  <a:pt x="57600" y="15378"/>
                  <a:pt x="56889" y="15369"/>
                </a:cubicBezTo>
                <a:cubicBezTo>
                  <a:pt x="54974" y="15352"/>
                  <a:pt x="52992" y="15033"/>
                  <a:pt x="51127" y="14613"/>
                </a:cubicBezTo>
                <a:cubicBezTo>
                  <a:pt x="49112" y="14142"/>
                  <a:pt x="47483" y="13085"/>
                  <a:pt x="45636" y="12212"/>
                </a:cubicBezTo>
                <a:cubicBezTo>
                  <a:pt x="44036" y="11471"/>
                  <a:pt x="42370" y="11240"/>
                  <a:pt x="40678" y="11240"/>
                </a:cubicBezTo>
                <a:cubicBezTo>
                  <a:pt x="37869" y="11240"/>
                  <a:pt x="34989" y="11877"/>
                  <a:pt x="32225" y="11877"/>
                </a:cubicBezTo>
                <a:cubicBezTo>
                  <a:pt x="32160" y="11877"/>
                  <a:pt x="32096" y="11876"/>
                  <a:pt x="32031" y="11876"/>
                </a:cubicBezTo>
                <a:lnTo>
                  <a:pt x="28269" y="11876"/>
                </a:lnTo>
                <a:cubicBezTo>
                  <a:pt x="27660" y="11876"/>
                  <a:pt x="26991" y="11941"/>
                  <a:pt x="26342" y="11941"/>
                </a:cubicBezTo>
                <a:cubicBezTo>
                  <a:pt x="25953" y="11941"/>
                  <a:pt x="25570" y="11918"/>
                  <a:pt x="25212" y="11842"/>
                </a:cubicBezTo>
                <a:cubicBezTo>
                  <a:pt x="24321" y="11640"/>
                  <a:pt x="23447" y="11170"/>
                  <a:pt x="22591" y="10850"/>
                </a:cubicBezTo>
                <a:cubicBezTo>
                  <a:pt x="21902" y="10599"/>
                  <a:pt x="21163" y="10481"/>
                  <a:pt x="20509" y="10162"/>
                </a:cubicBezTo>
                <a:cubicBezTo>
                  <a:pt x="19635" y="9708"/>
                  <a:pt x="18711" y="9087"/>
                  <a:pt x="18005" y="8416"/>
                </a:cubicBezTo>
                <a:cubicBezTo>
                  <a:pt x="17031" y="7525"/>
                  <a:pt x="16041" y="7005"/>
                  <a:pt x="15150" y="6013"/>
                </a:cubicBezTo>
                <a:cubicBezTo>
                  <a:pt x="14261" y="5039"/>
                  <a:pt x="14210" y="3628"/>
                  <a:pt x="13135" y="2889"/>
                </a:cubicBezTo>
                <a:cubicBezTo>
                  <a:pt x="11876" y="1999"/>
                  <a:pt x="9910" y="1865"/>
                  <a:pt x="8398" y="1579"/>
                </a:cubicBezTo>
                <a:cubicBezTo>
                  <a:pt x="6282" y="1193"/>
                  <a:pt x="4165" y="857"/>
                  <a:pt x="2049" y="421"/>
                </a:cubicBezTo>
                <a:cubicBezTo>
                  <a:pt x="1260" y="253"/>
                  <a:pt x="840" y="0"/>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a:off x="2260729" y="450681"/>
            <a:ext cx="285506" cy="305853"/>
          </a:xfrm>
          <a:custGeom>
            <a:avLst/>
            <a:gdLst/>
            <a:ahLst/>
            <a:cxnLst/>
            <a:rect l="l" t="t" r="r" b="b"/>
            <a:pathLst>
              <a:path w="10061" h="10778" extrusionOk="0">
                <a:moveTo>
                  <a:pt x="6902" y="1"/>
                </a:moveTo>
                <a:cubicBezTo>
                  <a:pt x="6568" y="1"/>
                  <a:pt x="6231" y="40"/>
                  <a:pt x="5913" y="150"/>
                </a:cubicBezTo>
                <a:cubicBezTo>
                  <a:pt x="5073" y="452"/>
                  <a:pt x="4569" y="1225"/>
                  <a:pt x="4048" y="1896"/>
                </a:cubicBezTo>
                <a:cubicBezTo>
                  <a:pt x="2553" y="3862"/>
                  <a:pt x="0" y="6331"/>
                  <a:pt x="572" y="9085"/>
                </a:cubicBezTo>
                <a:cubicBezTo>
                  <a:pt x="706" y="9707"/>
                  <a:pt x="1058" y="10413"/>
                  <a:pt x="1696" y="10648"/>
                </a:cubicBezTo>
                <a:cubicBezTo>
                  <a:pt x="1945" y="10738"/>
                  <a:pt x="2183" y="10778"/>
                  <a:pt x="2411" y="10778"/>
                </a:cubicBezTo>
                <a:cubicBezTo>
                  <a:pt x="3416" y="10778"/>
                  <a:pt x="4224" y="10002"/>
                  <a:pt x="4854" y="9304"/>
                </a:cubicBezTo>
                <a:cubicBezTo>
                  <a:pt x="5812" y="8263"/>
                  <a:pt x="7273" y="7826"/>
                  <a:pt x="7776" y="6348"/>
                </a:cubicBezTo>
                <a:cubicBezTo>
                  <a:pt x="7978" y="5710"/>
                  <a:pt x="7944" y="5004"/>
                  <a:pt x="8163" y="4400"/>
                </a:cubicBezTo>
                <a:cubicBezTo>
                  <a:pt x="8399" y="3677"/>
                  <a:pt x="9154" y="2971"/>
                  <a:pt x="9541" y="2300"/>
                </a:cubicBezTo>
                <a:cubicBezTo>
                  <a:pt x="9758" y="1896"/>
                  <a:pt x="10061" y="1191"/>
                  <a:pt x="9859" y="738"/>
                </a:cubicBezTo>
                <a:cubicBezTo>
                  <a:pt x="9608" y="183"/>
                  <a:pt x="9154" y="268"/>
                  <a:pt x="8634" y="217"/>
                </a:cubicBezTo>
                <a:cubicBezTo>
                  <a:pt x="8179" y="167"/>
                  <a:pt x="7727" y="66"/>
                  <a:pt x="7273" y="15"/>
                </a:cubicBezTo>
                <a:cubicBezTo>
                  <a:pt x="7150" y="6"/>
                  <a:pt x="7026"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6"/>
        <p:cNvGrpSpPr/>
        <p:nvPr/>
      </p:nvGrpSpPr>
      <p:grpSpPr>
        <a:xfrm>
          <a:off x="0" y="0"/>
          <a:ext cx="0" cy="0"/>
          <a:chOff x="0" y="0"/>
          <a:chExt cx="0" cy="0"/>
        </a:xfrm>
      </p:grpSpPr>
      <p:sp>
        <p:nvSpPr>
          <p:cNvPr id="67" name="Google Shape;67;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9"/>
          <p:cNvSpPr txBox="1">
            <a:spLocks noGrp="1"/>
          </p:cNvSpPr>
          <p:nvPr>
            <p:ph type="title"/>
          </p:nvPr>
        </p:nvSpPr>
        <p:spPr>
          <a:xfrm>
            <a:off x="2241425" y="12931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0" name="Google Shape;70;p9"/>
          <p:cNvSpPr txBox="1">
            <a:spLocks noGrp="1"/>
          </p:cNvSpPr>
          <p:nvPr>
            <p:ph type="subTitle" idx="1"/>
          </p:nvPr>
        </p:nvSpPr>
        <p:spPr>
          <a:xfrm>
            <a:off x="2241475" y="21686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bg>
      <p:bgPr>
        <a:noFill/>
        <a:effectLst/>
      </p:bgPr>
    </p:bg>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720000" y="3930325"/>
            <a:ext cx="7704000" cy="6783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a:solidFill>
                  <a:schemeClr val="lt1"/>
                </a:solidFill>
              </a:defRPr>
            </a:lvl1pPr>
            <a:lvl2pPr lvl="1" algn="ctr" rtl="0">
              <a:spcBef>
                <a:spcPts val="0"/>
              </a:spcBef>
              <a:spcAft>
                <a:spcPts val="0"/>
              </a:spcAft>
              <a:buClr>
                <a:schemeClr val="lt1"/>
              </a:buClr>
              <a:buSzPts val="3000"/>
              <a:buNone/>
              <a:defRPr>
                <a:solidFill>
                  <a:schemeClr val="lt1"/>
                </a:solidFill>
              </a:defRPr>
            </a:lvl2pPr>
            <a:lvl3pPr lvl="2" algn="ctr" rtl="0">
              <a:spcBef>
                <a:spcPts val="0"/>
              </a:spcBef>
              <a:spcAft>
                <a:spcPts val="0"/>
              </a:spcAft>
              <a:buClr>
                <a:schemeClr val="lt1"/>
              </a:buClr>
              <a:buSzPts val="3000"/>
              <a:buNone/>
              <a:defRPr>
                <a:solidFill>
                  <a:schemeClr val="lt1"/>
                </a:solidFill>
              </a:defRPr>
            </a:lvl3pPr>
            <a:lvl4pPr lvl="3" algn="ctr" rtl="0">
              <a:spcBef>
                <a:spcPts val="0"/>
              </a:spcBef>
              <a:spcAft>
                <a:spcPts val="0"/>
              </a:spcAft>
              <a:buClr>
                <a:schemeClr val="lt1"/>
              </a:buClr>
              <a:buSzPts val="3000"/>
              <a:buNone/>
              <a:defRPr>
                <a:solidFill>
                  <a:schemeClr val="lt1"/>
                </a:solidFill>
              </a:defRPr>
            </a:lvl4pPr>
            <a:lvl5pPr lvl="4" algn="ctr" rtl="0">
              <a:spcBef>
                <a:spcPts val="0"/>
              </a:spcBef>
              <a:spcAft>
                <a:spcPts val="0"/>
              </a:spcAft>
              <a:buClr>
                <a:schemeClr val="lt1"/>
              </a:buClr>
              <a:buSzPts val="3000"/>
              <a:buNone/>
              <a:defRPr>
                <a:solidFill>
                  <a:schemeClr val="lt1"/>
                </a:solidFill>
              </a:defRPr>
            </a:lvl5pPr>
            <a:lvl6pPr lvl="5" algn="ctr" rtl="0">
              <a:spcBef>
                <a:spcPts val="0"/>
              </a:spcBef>
              <a:spcAft>
                <a:spcPts val="0"/>
              </a:spcAft>
              <a:buClr>
                <a:schemeClr val="lt1"/>
              </a:buClr>
              <a:buSzPts val="3000"/>
              <a:buNone/>
              <a:defRPr>
                <a:solidFill>
                  <a:schemeClr val="lt1"/>
                </a:solidFill>
              </a:defRPr>
            </a:lvl6pPr>
            <a:lvl7pPr lvl="6" algn="ctr" rtl="0">
              <a:spcBef>
                <a:spcPts val="0"/>
              </a:spcBef>
              <a:spcAft>
                <a:spcPts val="0"/>
              </a:spcAft>
              <a:buClr>
                <a:schemeClr val="lt1"/>
              </a:buClr>
              <a:buSzPts val="3000"/>
              <a:buNone/>
              <a:defRPr>
                <a:solidFill>
                  <a:schemeClr val="lt1"/>
                </a:solidFill>
              </a:defRPr>
            </a:lvl7pPr>
            <a:lvl8pPr lvl="7" algn="ctr" rtl="0">
              <a:spcBef>
                <a:spcPts val="0"/>
              </a:spcBef>
              <a:spcAft>
                <a:spcPts val="0"/>
              </a:spcAft>
              <a:buClr>
                <a:schemeClr val="lt1"/>
              </a:buClr>
              <a:buSzPts val="3000"/>
              <a:buNone/>
              <a:defRPr>
                <a:solidFill>
                  <a:schemeClr val="lt1"/>
                </a:solidFill>
              </a:defRPr>
            </a:lvl8pPr>
            <a:lvl9pPr lvl="8" algn="ctr" rtl="0">
              <a:spcBef>
                <a:spcPts val="0"/>
              </a:spcBef>
              <a:spcAft>
                <a:spcPts val="0"/>
              </a:spcAft>
              <a:buClr>
                <a:schemeClr val="lt1"/>
              </a:buClr>
              <a:buSzPts val="3000"/>
              <a:buNone/>
              <a:defRPr>
                <a:solidFill>
                  <a:schemeClr val="l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3"/>
        <p:cNvGrpSpPr/>
        <p:nvPr/>
      </p:nvGrpSpPr>
      <p:grpSpPr>
        <a:xfrm>
          <a:off x="0" y="0"/>
          <a:ext cx="0" cy="0"/>
          <a:chOff x="0" y="0"/>
          <a:chExt cx="0" cy="0"/>
        </a:xfrm>
      </p:grpSpPr>
      <p:sp>
        <p:nvSpPr>
          <p:cNvPr id="74" name="Google Shape;74;p11"/>
          <p:cNvSpPr txBox="1">
            <a:spLocks noGrp="1"/>
          </p:cNvSpPr>
          <p:nvPr>
            <p:ph type="title" hasCustomPrompt="1"/>
          </p:nvPr>
        </p:nvSpPr>
        <p:spPr>
          <a:xfrm>
            <a:off x="3604600" y="2871200"/>
            <a:ext cx="4824300" cy="1307100"/>
          </a:xfrm>
          <a:prstGeom prst="rect">
            <a:avLst/>
          </a:prstGeom>
        </p:spPr>
        <p:txBody>
          <a:bodyPr spcFirstLastPara="1" wrap="square" lIns="91425" tIns="91425" rIns="91425" bIns="91425" anchor="b" anchorCtr="0">
            <a:noAutofit/>
          </a:bodyPr>
          <a:lstStyle>
            <a:lvl1pPr lvl="0" algn="r">
              <a:spcBef>
                <a:spcPts val="0"/>
              </a:spcBef>
              <a:spcAft>
                <a:spcPts val="0"/>
              </a:spcAft>
              <a:buSzPts val="9600"/>
              <a:buNone/>
              <a:defRPr sz="8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5" name="Google Shape;75;p11"/>
          <p:cNvSpPr txBox="1">
            <a:spLocks noGrp="1"/>
          </p:cNvSpPr>
          <p:nvPr>
            <p:ph type="subTitle" idx="1"/>
          </p:nvPr>
        </p:nvSpPr>
        <p:spPr>
          <a:xfrm>
            <a:off x="3604600" y="4178300"/>
            <a:ext cx="4824300" cy="430200"/>
          </a:xfrm>
          <a:prstGeom prst="rect">
            <a:avLst/>
          </a:prstGeom>
          <a:solidFill>
            <a:schemeClr val="dk2"/>
          </a:solidFill>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sz="1600">
                <a:solidFill>
                  <a:schemeClr val="lt1"/>
                </a:solidFill>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76" name="Google Shape;76;p11"/>
          <p:cNvSpPr>
            <a:spLocks noGrp="1"/>
          </p:cNvSpPr>
          <p:nvPr>
            <p:ph type="pic" idx="2"/>
          </p:nvPr>
        </p:nvSpPr>
        <p:spPr>
          <a:xfrm>
            <a:off x="715100" y="535000"/>
            <a:ext cx="7713900" cy="2207400"/>
          </a:xfrm>
          <a:prstGeom prst="rect">
            <a:avLst/>
          </a:prstGeom>
          <a:noFill/>
          <a:ln>
            <a:noFill/>
          </a:ln>
        </p:spPr>
        <p:txBody>
          <a:bodyPr/>
          <a:lstStyle/>
          <a:p>
            <a:endParaRPr lang="en-US"/>
          </a:p>
        </p:txBody>
      </p:sp>
      <p:sp>
        <p:nvSpPr>
          <p:cNvPr id="77" name="Google Shape;77;p11"/>
          <p:cNvSpPr/>
          <p:nvPr/>
        </p:nvSpPr>
        <p:spPr>
          <a:xfrm>
            <a:off x="8694859" y="1627675"/>
            <a:ext cx="251536" cy="244997"/>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1"/>
          <p:cNvSpPr/>
          <p:nvPr/>
        </p:nvSpPr>
        <p:spPr>
          <a:xfrm>
            <a:off x="3776096" y="189933"/>
            <a:ext cx="202993" cy="131442"/>
          </a:xfrm>
          <a:custGeom>
            <a:avLst/>
            <a:gdLst/>
            <a:ahLst/>
            <a:cxnLst/>
            <a:rect l="l" t="t" r="r" b="b"/>
            <a:pathLst>
              <a:path w="5606" h="3630" extrusionOk="0">
                <a:moveTo>
                  <a:pt x="1600" y="1"/>
                </a:moveTo>
                <a:cubicBezTo>
                  <a:pt x="1405" y="1"/>
                  <a:pt x="1228" y="25"/>
                  <a:pt x="1076" y="77"/>
                </a:cubicBezTo>
                <a:cubicBezTo>
                  <a:pt x="454" y="296"/>
                  <a:pt x="1" y="867"/>
                  <a:pt x="51" y="1875"/>
                </a:cubicBezTo>
                <a:cubicBezTo>
                  <a:pt x="105" y="2968"/>
                  <a:pt x="1520" y="3630"/>
                  <a:pt x="2785" y="3630"/>
                </a:cubicBezTo>
                <a:cubicBezTo>
                  <a:pt x="3503" y="3630"/>
                  <a:pt x="4172" y="3417"/>
                  <a:pt x="4518" y="2950"/>
                </a:cubicBezTo>
                <a:cubicBezTo>
                  <a:pt x="5605" y="1462"/>
                  <a:pt x="3107" y="1"/>
                  <a:pt x="16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1"/>
          <p:cNvSpPr/>
          <p:nvPr/>
        </p:nvSpPr>
        <p:spPr>
          <a:xfrm>
            <a:off x="6887363" y="4872488"/>
            <a:ext cx="132725" cy="145375"/>
          </a:xfrm>
          <a:custGeom>
            <a:avLst/>
            <a:gdLst/>
            <a:ahLst/>
            <a:cxnLst/>
            <a:rect l="l" t="t" r="r" b="b"/>
            <a:pathLst>
              <a:path w="5309" h="5815" extrusionOk="0">
                <a:moveTo>
                  <a:pt x="3903" y="0"/>
                </a:moveTo>
                <a:cubicBezTo>
                  <a:pt x="3638" y="0"/>
                  <a:pt x="3353" y="143"/>
                  <a:pt x="3024" y="290"/>
                </a:cubicBezTo>
                <a:cubicBezTo>
                  <a:pt x="2184" y="643"/>
                  <a:pt x="689" y="1029"/>
                  <a:pt x="218" y="1869"/>
                </a:cubicBezTo>
                <a:cubicBezTo>
                  <a:pt x="34" y="2171"/>
                  <a:pt x="68" y="2525"/>
                  <a:pt x="68" y="2860"/>
                </a:cubicBezTo>
                <a:cubicBezTo>
                  <a:pt x="34" y="4187"/>
                  <a:pt x="1" y="5548"/>
                  <a:pt x="1629" y="5783"/>
                </a:cubicBezTo>
                <a:cubicBezTo>
                  <a:pt x="1770" y="5804"/>
                  <a:pt x="1920" y="5815"/>
                  <a:pt x="2075" y="5815"/>
                </a:cubicBezTo>
                <a:cubicBezTo>
                  <a:pt x="3154" y="5815"/>
                  <a:pt x="4479" y="5304"/>
                  <a:pt x="4905" y="4305"/>
                </a:cubicBezTo>
                <a:cubicBezTo>
                  <a:pt x="5308" y="3364"/>
                  <a:pt x="5174" y="1349"/>
                  <a:pt x="4619" y="492"/>
                </a:cubicBezTo>
                <a:cubicBezTo>
                  <a:pt x="4383" y="126"/>
                  <a:pt x="4152" y="0"/>
                  <a:pt x="39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11"/>
          <p:cNvGrpSpPr/>
          <p:nvPr/>
        </p:nvGrpSpPr>
        <p:grpSpPr>
          <a:xfrm>
            <a:off x="-598175" y="3909588"/>
            <a:ext cx="4366046" cy="1669364"/>
            <a:chOff x="-445775" y="3833388"/>
            <a:chExt cx="4366046" cy="1669364"/>
          </a:xfrm>
        </p:grpSpPr>
        <p:sp>
          <p:nvSpPr>
            <p:cNvPr id="81" name="Google Shape;81;p11"/>
            <p:cNvSpPr/>
            <p:nvPr/>
          </p:nvSpPr>
          <p:spPr>
            <a:xfrm>
              <a:off x="-166402" y="3833388"/>
              <a:ext cx="4086672" cy="1669364"/>
            </a:xfrm>
            <a:custGeom>
              <a:avLst/>
              <a:gdLst/>
              <a:ahLst/>
              <a:cxnLst/>
              <a:rect l="l" t="t" r="r" b="b"/>
              <a:pathLst>
                <a:path w="112534" h="45969" extrusionOk="0">
                  <a:moveTo>
                    <a:pt x="24421" y="0"/>
                  </a:moveTo>
                  <a:cubicBezTo>
                    <a:pt x="24087" y="0"/>
                    <a:pt x="23874" y="225"/>
                    <a:pt x="23582" y="388"/>
                  </a:cubicBezTo>
                  <a:cubicBezTo>
                    <a:pt x="22708" y="892"/>
                    <a:pt x="21801" y="1277"/>
                    <a:pt x="20944" y="1815"/>
                  </a:cubicBezTo>
                  <a:cubicBezTo>
                    <a:pt x="18358" y="3411"/>
                    <a:pt x="16443" y="5611"/>
                    <a:pt x="14344" y="7794"/>
                  </a:cubicBezTo>
                  <a:cubicBezTo>
                    <a:pt x="9977" y="12380"/>
                    <a:pt x="5476" y="17133"/>
                    <a:pt x="2166" y="22541"/>
                  </a:cubicBezTo>
                  <a:cubicBezTo>
                    <a:pt x="1125" y="24238"/>
                    <a:pt x="419" y="26035"/>
                    <a:pt x="403" y="28034"/>
                  </a:cubicBezTo>
                  <a:cubicBezTo>
                    <a:pt x="370" y="30453"/>
                    <a:pt x="117" y="32854"/>
                    <a:pt x="117" y="35273"/>
                  </a:cubicBezTo>
                  <a:cubicBezTo>
                    <a:pt x="134" y="37709"/>
                    <a:pt x="134" y="40144"/>
                    <a:pt x="134" y="42562"/>
                  </a:cubicBezTo>
                  <a:cubicBezTo>
                    <a:pt x="134" y="42949"/>
                    <a:pt x="0" y="43755"/>
                    <a:pt x="285" y="44007"/>
                  </a:cubicBezTo>
                  <a:cubicBezTo>
                    <a:pt x="380" y="44086"/>
                    <a:pt x="630" y="44114"/>
                    <a:pt x="937" y="44114"/>
                  </a:cubicBezTo>
                  <a:cubicBezTo>
                    <a:pt x="1610" y="44114"/>
                    <a:pt x="2558" y="43980"/>
                    <a:pt x="2755" y="43957"/>
                  </a:cubicBezTo>
                  <a:cubicBezTo>
                    <a:pt x="4350" y="43722"/>
                    <a:pt x="5861" y="43789"/>
                    <a:pt x="7474" y="43722"/>
                  </a:cubicBezTo>
                  <a:cubicBezTo>
                    <a:pt x="9395" y="43630"/>
                    <a:pt x="11203" y="43172"/>
                    <a:pt x="13131" y="43172"/>
                  </a:cubicBezTo>
                  <a:cubicBezTo>
                    <a:pt x="13310" y="43172"/>
                    <a:pt x="13491" y="43176"/>
                    <a:pt x="13672" y="43184"/>
                  </a:cubicBezTo>
                  <a:cubicBezTo>
                    <a:pt x="15049" y="43268"/>
                    <a:pt x="16427" y="43436"/>
                    <a:pt x="17820" y="43453"/>
                  </a:cubicBezTo>
                  <a:cubicBezTo>
                    <a:pt x="18050" y="43459"/>
                    <a:pt x="18279" y="43462"/>
                    <a:pt x="18509" y="43462"/>
                  </a:cubicBezTo>
                  <a:cubicBezTo>
                    <a:pt x="20866" y="43462"/>
                    <a:pt x="23221" y="43168"/>
                    <a:pt x="25564" y="42999"/>
                  </a:cubicBezTo>
                  <a:cubicBezTo>
                    <a:pt x="28520" y="42764"/>
                    <a:pt x="31476" y="42882"/>
                    <a:pt x="34432" y="42647"/>
                  </a:cubicBezTo>
                  <a:cubicBezTo>
                    <a:pt x="37321" y="42428"/>
                    <a:pt x="40176" y="41908"/>
                    <a:pt x="43014" y="41404"/>
                  </a:cubicBezTo>
                  <a:cubicBezTo>
                    <a:pt x="45873" y="40911"/>
                    <a:pt x="48620" y="40530"/>
                    <a:pt x="51506" y="40530"/>
                  </a:cubicBezTo>
                  <a:cubicBezTo>
                    <a:pt x="51570" y="40530"/>
                    <a:pt x="51634" y="40530"/>
                    <a:pt x="51698" y="40531"/>
                  </a:cubicBezTo>
                  <a:cubicBezTo>
                    <a:pt x="52014" y="40532"/>
                    <a:pt x="52329" y="40533"/>
                    <a:pt x="52645" y="40533"/>
                  </a:cubicBezTo>
                  <a:cubicBezTo>
                    <a:pt x="54562" y="40533"/>
                    <a:pt x="56480" y="40509"/>
                    <a:pt x="58397" y="40509"/>
                  </a:cubicBezTo>
                  <a:cubicBezTo>
                    <a:pt x="59574" y="40509"/>
                    <a:pt x="60750" y="40518"/>
                    <a:pt x="61927" y="40547"/>
                  </a:cubicBezTo>
                  <a:cubicBezTo>
                    <a:pt x="66562" y="40665"/>
                    <a:pt x="70980" y="41857"/>
                    <a:pt x="75549" y="42361"/>
                  </a:cubicBezTo>
                  <a:cubicBezTo>
                    <a:pt x="76172" y="42430"/>
                    <a:pt x="76793" y="42455"/>
                    <a:pt x="77412" y="42455"/>
                  </a:cubicBezTo>
                  <a:cubicBezTo>
                    <a:pt x="79129" y="42455"/>
                    <a:pt x="80834" y="42260"/>
                    <a:pt x="82547" y="42260"/>
                  </a:cubicBezTo>
                  <a:cubicBezTo>
                    <a:pt x="82929" y="42260"/>
                    <a:pt x="83311" y="42270"/>
                    <a:pt x="83694" y="42294"/>
                  </a:cubicBezTo>
                  <a:cubicBezTo>
                    <a:pt x="86046" y="42445"/>
                    <a:pt x="88263" y="43184"/>
                    <a:pt x="90565" y="43704"/>
                  </a:cubicBezTo>
                  <a:cubicBezTo>
                    <a:pt x="93167" y="44293"/>
                    <a:pt x="95906" y="44327"/>
                    <a:pt x="98475" y="45032"/>
                  </a:cubicBezTo>
                  <a:cubicBezTo>
                    <a:pt x="99131" y="45216"/>
                    <a:pt x="99735" y="45350"/>
                    <a:pt x="100423" y="45401"/>
                  </a:cubicBezTo>
                  <a:cubicBezTo>
                    <a:pt x="101986" y="45518"/>
                    <a:pt x="103547" y="45451"/>
                    <a:pt x="105093" y="45670"/>
                  </a:cubicBezTo>
                  <a:cubicBezTo>
                    <a:pt x="106365" y="45862"/>
                    <a:pt x="107576" y="45969"/>
                    <a:pt x="108804" y="45969"/>
                  </a:cubicBezTo>
                  <a:cubicBezTo>
                    <a:pt x="109618" y="45969"/>
                    <a:pt x="110440" y="45921"/>
                    <a:pt x="111291" y="45821"/>
                  </a:cubicBezTo>
                  <a:cubicBezTo>
                    <a:pt x="111979" y="45737"/>
                    <a:pt x="112534" y="45921"/>
                    <a:pt x="112534" y="45469"/>
                  </a:cubicBezTo>
                  <a:cubicBezTo>
                    <a:pt x="112534" y="45350"/>
                    <a:pt x="112500" y="45216"/>
                    <a:pt x="112449" y="45032"/>
                  </a:cubicBezTo>
                  <a:cubicBezTo>
                    <a:pt x="112214" y="44360"/>
                    <a:pt x="111526" y="43789"/>
                    <a:pt x="111123" y="43218"/>
                  </a:cubicBezTo>
                  <a:cubicBezTo>
                    <a:pt x="109712" y="41185"/>
                    <a:pt x="108116" y="39304"/>
                    <a:pt x="106604" y="37322"/>
                  </a:cubicBezTo>
                  <a:cubicBezTo>
                    <a:pt x="105563" y="35962"/>
                    <a:pt x="104640" y="34500"/>
                    <a:pt x="103666" y="33089"/>
                  </a:cubicBezTo>
                  <a:cubicBezTo>
                    <a:pt x="102691" y="31662"/>
                    <a:pt x="101616" y="30536"/>
                    <a:pt x="100423" y="29293"/>
                  </a:cubicBezTo>
                  <a:cubicBezTo>
                    <a:pt x="99204" y="28042"/>
                    <a:pt x="97464" y="27205"/>
                    <a:pt x="95730" y="27205"/>
                  </a:cubicBezTo>
                  <a:cubicBezTo>
                    <a:pt x="95648" y="27205"/>
                    <a:pt x="95567" y="27207"/>
                    <a:pt x="95485" y="27211"/>
                  </a:cubicBezTo>
                  <a:cubicBezTo>
                    <a:pt x="94293" y="27244"/>
                    <a:pt x="93134" y="27882"/>
                    <a:pt x="92025" y="28286"/>
                  </a:cubicBezTo>
                  <a:cubicBezTo>
                    <a:pt x="90229" y="28941"/>
                    <a:pt x="88431" y="29562"/>
                    <a:pt x="86601" y="30066"/>
                  </a:cubicBezTo>
                  <a:cubicBezTo>
                    <a:pt x="85854" y="30273"/>
                    <a:pt x="85073" y="30447"/>
                    <a:pt x="84315" y="30447"/>
                  </a:cubicBezTo>
                  <a:cubicBezTo>
                    <a:pt x="83659" y="30447"/>
                    <a:pt x="83020" y="30316"/>
                    <a:pt x="82435" y="29965"/>
                  </a:cubicBezTo>
                  <a:cubicBezTo>
                    <a:pt x="81864" y="29613"/>
                    <a:pt x="81242" y="29360"/>
                    <a:pt x="80588" y="29159"/>
                  </a:cubicBezTo>
                  <a:cubicBezTo>
                    <a:pt x="80016" y="28990"/>
                    <a:pt x="79440" y="28949"/>
                    <a:pt x="78862" y="28949"/>
                  </a:cubicBezTo>
                  <a:cubicBezTo>
                    <a:pt x="78325" y="28949"/>
                    <a:pt x="77786" y="28985"/>
                    <a:pt x="77249" y="28985"/>
                  </a:cubicBezTo>
                  <a:cubicBezTo>
                    <a:pt x="76871" y="28985"/>
                    <a:pt x="76494" y="28967"/>
                    <a:pt x="76120" y="28908"/>
                  </a:cubicBezTo>
                  <a:cubicBezTo>
                    <a:pt x="74575" y="28673"/>
                    <a:pt x="72978" y="28084"/>
                    <a:pt x="71551" y="27530"/>
                  </a:cubicBezTo>
                  <a:cubicBezTo>
                    <a:pt x="70123" y="26975"/>
                    <a:pt x="68998" y="26001"/>
                    <a:pt x="67722" y="25229"/>
                  </a:cubicBezTo>
                  <a:cubicBezTo>
                    <a:pt x="66663" y="24608"/>
                    <a:pt x="65588" y="23986"/>
                    <a:pt x="64614" y="23247"/>
                  </a:cubicBezTo>
                  <a:cubicBezTo>
                    <a:pt x="62918" y="21988"/>
                    <a:pt x="61389" y="20543"/>
                    <a:pt x="59710" y="19249"/>
                  </a:cubicBezTo>
                  <a:cubicBezTo>
                    <a:pt x="56955" y="17133"/>
                    <a:pt x="54251" y="15000"/>
                    <a:pt x="51195" y="13287"/>
                  </a:cubicBezTo>
                  <a:cubicBezTo>
                    <a:pt x="47298" y="11104"/>
                    <a:pt x="43182" y="9357"/>
                    <a:pt x="39337" y="7039"/>
                  </a:cubicBezTo>
                  <a:cubicBezTo>
                    <a:pt x="37052" y="5662"/>
                    <a:pt x="34734" y="4385"/>
                    <a:pt x="32298" y="3293"/>
                  </a:cubicBezTo>
                  <a:cubicBezTo>
                    <a:pt x="30703" y="2571"/>
                    <a:pt x="29024" y="2050"/>
                    <a:pt x="27411" y="1378"/>
                  </a:cubicBezTo>
                  <a:cubicBezTo>
                    <a:pt x="26655" y="1076"/>
                    <a:pt x="25916" y="724"/>
                    <a:pt x="25177" y="354"/>
                  </a:cubicBezTo>
                  <a:lnTo>
                    <a:pt x="25177" y="354"/>
                  </a:lnTo>
                  <a:cubicBezTo>
                    <a:pt x="25191" y="361"/>
                    <a:pt x="25199" y="365"/>
                    <a:pt x="25199" y="365"/>
                  </a:cubicBezTo>
                  <a:cubicBezTo>
                    <a:pt x="25207" y="365"/>
                    <a:pt x="24517" y="1"/>
                    <a:pt x="24455" y="1"/>
                  </a:cubicBezTo>
                  <a:cubicBezTo>
                    <a:pt x="24444" y="0"/>
                    <a:pt x="24432" y="0"/>
                    <a:pt x="244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1"/>
            <p:cNvSpPr/>
            <p:nvPr/>
          </p:nvSpPr>
          <p:spPr>
            <a:xfrm>
              <a:off x="42411" y="4183248"/>
              <a:ext cx="3564354" cy="1318670"/>
            </a:xfrm>
            <a:custGeom>
              <a:avLst/>
              <a:gdLst/>
              <a:ahLst/>
              <a:cxnLst/>
              <a:rect l="l" t="t" r="r" b="b"/>
              <a:pathLst>
                <a:path w="98151" h="36312" extrusionOk="0">
                  <a:moveTo>
                    <a:pt x="19922" y="1"/>
                  </a:moveTo>
                  <a:cubicBezTo>
                    <a:pt x="19819" y="1"/>
                    <a:pt x="19715" y="3"/>
                    <a:pt x="19612" y="8"/>
                  </a:cubicBezTo>
                  <a:cubicBezTo>
                    <a:pt x="17496" y="126"/>
                    <a:pt x="15816" y="1419"/>
                    <a:pt x="14237" y="2713"/>
                  </a:cubicBezTo>
                  <a:cubicBezTo>
                    <a:pt x="12574" y="4072"/>
                    <a:pt x="10995" y="5534"/>
                    <a:pt x="9501" y="7080"/>
                  </a:cubicBezTo>
                  <a:cubicBezTo>
                    <a:pt x="6545" y="10119"/>
                    <a:pt x="3941" y="13478"/>
                    <a:pt x="1724" y="17090"/>
                  </a:cubicBezTo>
                  <a:cubicBezTo>
                    <a:pt x="1170" y="17980"/>
                    <a:pt x="649" y="18887"/>
                    <a:pt x="162" y="19811"/>
                  </a:cubicBezTo>
                  <a:cubicBezTo>
                    <a:pt x="0" y="20112"/>
                    <a:pt x="261" y="20382"/>
                    <a:pt x="516" y="20382"/>
                  </a:cubicBezTo>
                  <a:cubicBezTo>
                    <a:pt x="630" y="20382"/>
                    <a:pt x="744" y="20327"/>
                    <a:pt x="817" y="20197"/>
                  </a:cubicBezTo>
                  <a:cubicBezTo>
                    <a:pt x="2899" y="16535"/>
                    <a:pt x="5336" y="13093"/>
                    <a:pt x="8124" y="9918"/>
                  </a:cubicBezTo>
                  <a:cubicBezTo>
                    <a:pt x="9467" y="8390"/>
                    <a:pt x="10894" y="6928"/>
                    <a:pt x="12406" y="5551"/>
                  </a:cubicBezTo>
                  <a:cubicBezTo>
                    <a:pt x="13918" y="4157"/>
                    <a:pt x="15514" y="2628"/>
                    <a:pt x="17344" y="1654"/>
                  </a:cubicBezTo>
                  <a:cubicBezTo>
                    <a:pt x="18186" y="1196"/>
                    <a:pt x="19050" y="1011"/>
                    <a:pt x="19917" y="1011"/>
                  </a:cubicBezTo>
                  <a:cubicBezTo>
                    <a:pt x="21211" y="1011"/>
                    <a:pt x="22513" y="1423"/>
                    <a:pt x="23760" y="1956"/>
                  </a:cubicBezTo>
                  <a:cubicBezTo>
                    <a:pt x="25592" y="2729"/>
                    <a:pt x="27355" y="3653"/>
                    <a:pt x="29034" y="4728"/>
                  </a:cubicBezTo>
                  <a:cubicBezTo>
                    <a:pt x="32411" y="6861"/>
                    <a:pt x="35434" y="9582"/>
                    <a:pt x="37936" y="12706"/>
                  </a:cubicBezTo>
                  <a:cubicBezTo>
                    <a:pt x="39196" y="14285"/>
                    <a:pt x="40305" y="15998"/>
                    <a:pt x="41783" y="17375"/>
                  </a:cubicBezTo>
                  <a:cubicBezTo>
                    <a:pt x="43176" y="18669"/>
                    <a:pt x="44856" y="19491"/>
                    <a:pt x="46670" y="19995"/>
                  </a:cubicBezTo>
                  <a:cubicBezTo>
                    <a:pt x="50365" y="21020"/>
                    <a:pt x="54347" y="20785"/>
                    <a:pt x="57941" y="22212"/>
                  </a:cubicBezTo>
                  <a:cubicBezTo>
                    <a:pt x="61182" y="23522"/>
                    <a:pt x="63701" y="26109"/>
                    <a:pt x="66523" y="28091"/>
                  </a:cubicBezTo>
                  <a:cubicBezTo>
                    <a:pt x="67918" y="29065"/>
                    <a:pt x="69412" y="29922"/>
                    <a:pt x="71058" y="30393"/>
                  </a:cubicBezTo>
                  <a:cubicBezTo>
                    <a:pt x="71959" y="30649"/>
                    <a:pt x="72870" y="30757"/>
                    <a:pt x="73782" y="30757"/>
                  </a:cubicBezTo>
                  <a:cubicBezTo>
                    <a:pt x="74844" y="30757"/>
                    <a:pt x="75906" y="30610"/>
                    <a:pt x="76954" y="30375"/>
                  </a:cubicBezTo>
                  <a:cubicBezTo>
                    <a:pt x="79037" y="29905"/>
                    <a:pt x="81052" y="29150"/>
                    <a:pt x="83151" y="28830"/>
                  </a:cubicBezTo>
                  <a:cubicBezTo>
                    <a:pt x="83830" y="28732"/>
                    <a:pt x="84517" y="28684"/>
                    <a:pt x="85205" y="28684"/>
                  </a:cubicBezTo>
                  <a:cubicBezTo>
                    <a:pt x="86169" y="28684"/>
                    <a:pt x="87132" y="28779"/>
                    <a:pt x="88073" y="28964"/>
                  </a:cubicBezTo>
                  <a:cubicBezTo>
                    <a:pt x="91180" y="29586"/>
                    <a:pt x="94187" y="31199"/>
                    <a:pt x="95967" y="33920"/>
                  </a:cubicBezTo>
                  <a:cubicBezTo>
                    <a:pt x="96386" y="34558"/>
                    <a:pt x="96773" y="35246"/>
                    <a:pt x="97058" y="35969"/>
                  </a:cubicBezTo>
                  <a:cubicBezTo>
                    <a:pt x="97153" y="36206"/>
                    <a:pt x="97361" y="36312"/>
                    <a:pt x="97563" y="36312"/>
                  </a:cubicBezTo>
                  <a:cubicBezTo>
                    <a:pt x="97862" y="36312"/>
                    <a:pt x="98150" y="36081"/>
                    <a:pt x="98050" y="35700"/>
                  </a:cubicBezTo>
                  <a:cubicBezTo>
                    <a:pt x="97126" y="32458"/>
                    <a:pt x="94422" y="30124"/>
                    <a:pt x="91415" y="28847"/>
                  </a:cubicBezTo>
                  <a:cubicBezTo>
                    <a:pt x="89461" y="28013"/>
                    <a:pt x="87390" y="27616"/>
                    <a:pt x="85306" y="27616"/>
                  </a:cubicBezTo>
                  <a:cubicBezTo>
                    <a:pt x="83951" y="27616"/>
                    <a:pt x="82591" y="27784"/>
                    <a:pt x="81254" y="28108"/>
                  </a:cubicBezTo>
                  <a:cubicBezTo>
                    <a:pt x="79070" y="28628"/>
                    <a:pt x="76920" y="29452"/>
                    <a:pt x="74686" y="29654"/>
                  </a:cubicBezTo>
                  <a:cubicBezTo>
                    <a:pt x="74423" y="29674"/>
                    <a:pt x="74162" y="29685"/>
                    <a:pt x="73903" y="29685"/>
                  </a:cubicBezTo>
                  <a:cubicBezTo>
                    <a:pt x="72275" y="29685"/>
                    <a:pt x="70724" y="29281"/>
                    <a:pt x="69261" y="28528"/>
                  </a:cubicBezTo>
                  <a:cubicBezTo>
                    <a:pt x="66086" y="26882"/>
                    <a:pt x="63601" y="24228"/>
                    <a:pt x="60544" y="22398"/>
                  </a:cubicBezTo>
                  <a:cubicBezTo>
                    <a:pt x="58949" y="21424"/>
                    <a:pt x="57218" y="20785"/>
                    <a:pt x="55388" y="20398"/>
                  </a:cubicBezTo>
                  <a:cubicBezTo>
                    <a:pt x="53473" y="20013"/>
                    <a:pt x="51507" y="19861"/>
                    <a:pt x="49576" y="19559"/>
                  </a:cubicBezTo>
                  <a:cubicBezTo>
                    <a:pt x="47678" y="19256"/>
                    <a:pt x="45747" y="18819"/>
                    <a:pt x="44083" y="17845"/>
                  </a:cubicBezTo>
                  <a:cubicBezTo>
                    <a:pt x="42303" y="16788"/>
                    <a:pt x="41044" y="15124"/>
                    <a:pt x="39817" y="13496"/>
                  </a:cubicBezTo>
                  <a:cubicBezTo>
                    <a:pt x="37331" y="10220"/>
                    <a:pt x="34476" y="7315"/>
                    <a:pt x="31117" y="4930"/>
                  </a:cubicBezTo>
                  <a:cubicBezTo>
                    <a:pt x="29455" y="3754"/>
                    <a:pt x="27690" y="2713"/>
                    <a:pt x="25843" y="1822"/>
                  </a:cubicBezTo>
                  <a:cubicBezTo>
                    <a:pt x="24019" y="942"/>
                    <a:pt x="21997" y="1"/>
                    <a:pt x="199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1"/>
            <p:cNvSpPr/>
            <p:nvPr/>
          </p:nvSpPr>
          <p:spPr>
            <a:xfrm>
              <a:off x="187236" y="4436801"/>
              <a:ext cx="1546329" cy="820102"/>
            </a:xfrm>
            <a:custGeom>
              <a:avLst/>
              <a:gdLst/>
              <a:ahLst/>
              <a:cxnLst/>
              <a:rect l="l" t="t" r="r" b="b"/>
              <a:pathLst>
                <a:path w="42581" h="22583" extrusionOk="0">
                  <a:moveTo>
                    <a:pt x="16841" y="0"/>
                  </a:moveTo>
                  <a:cubicBezTo>
                    <a:pt x="15788" y="0"/>
                    <a:pt x="14746" y="236"/>
                    <a:pt x="13759" y="702"/>
                  </a:cubicBezTo>
                  <a:cubicBezTo>
                    <a:pt x="12247" y="1408"/>
                    <a:pt x="10971" y="2550"/>
                    <a:pt x="9795" y="3708"/>
                  </a:cubicBezTo>
                  <a:cubicBezTo>
                    <a:pt x="6554" y="6899"/>
                    <a:pt x="3363" y="10175"/>
                    <a:pt x="221" y="13467"/>
                  </a:cubicBezTo>
                  <a:cubicBezTo>
                    <a:pt x="0" y="13702"/>
                    <a:pt x="214" y="14028"/>
                    <a:pt x="463" y="14028"/>
                  </a:cubicBezTo>
                  <a:cubicBezTo>
                    <a:pt x="534" y="14028"/>
                    <a:pt x="608" y="14001"/>
                    <a:pt x="676" y="13938"/>
                  </a:cubicBezTo>
                  <a:cubicBezTo>
                    <a:pt x="3581" y="11132"/>
                    <a:pt x="6420" y="8261"/>
                    <a:pt x="9258" y="5405"/>
                  </a:cubicBezTo>
                  <a:cubicBezTo>
                    <a:pt x="11335" y="3328"/>
                    <a:pt x="13701" y="860"/>
                    <a:pt x="16803" y="860"/>
                  </a:cubicBezTo>
                  <a:cubicBezTo>
                    <a:pt x="17038" y="860"/>
                    <a:pt x="17278" y="874"/>
                    <a:pt x="17521" y="904"/>
                  </a:cubicBezTo>
                  <a:cubicBezTo>
                    <a:pt x="19201" y="1105"/>
                    <a:pt x="20730" y="1945"/>
                    <a:pt x="22107" y="2868"/>
                  </a:cubicBezTo>
                  <a:cubicBezTo>
                    <a:pt x="23568" y="3860"/>
                    <a:pt x="24929" y="5002"/>
                    <a:pt x="26289" y="6144"/>
                  </a:cubicBezTo>
                  <a:cubicBezTo>
                    <a:pt x="28976" y="8429"/>
                    <a:pt x="31563" y="10847"/>
                    <a:pt x="33999" y="13400"/>
                  </a:cubicBezTo>
                  <a:cubicBezTo>
                    <a:pt x="35359" y="14827"/>
                    <a:pt x="36669" y="16289"/>
                    <a:pt x="37946" y="17801"/>
                  </a:cubicBezTo>
                  <a:cubicBezTo>
                    <a:pt x="38568" y="18556"/>
                    <a:pt x="39188" y="19329"/>
                    <a:pt x="39811" y="20101"/>
                  </a:cubicBezTo>
                  <a:cubicBezTo>
                    <a:pt x="40449" y="20891"/>
                    <a:pt x="41020" y="21765"/>
                    <a:pt x="41759" y="22453"/>
                  </a:cubicBezTo>
                  <a:cubicBezTo>
                    <a:pt x="41850" y="22544"/>
                    <a:pt x="41951" y="22582"/>
                    <a:pt x="42049" y="22582"/>
                  </a:cubicBezTo>
                  <a:cubicBezTo>
                    <a:pt x="42332" y="22582"/>
                    <a:pt x="42580" y="22261"/>
                    <a:pt x="42431" y="21949"/>
                  </a:cubicBezTo>
                  <a:cubicBezTo>
                    <a:pt x="42028" y="21126"/>
                    <a:pt x="41423" y="20421"/>
                    <a:pt x="40868" y="19716"/>
                  </a:cubicBezTo>
                  <a:cubicBezTo>
                    <a:pt x="40297" y="18977"/>
                    <a:pt x="39726" y="18271"/>
                    <a:pt x="39139" y="17566"/>
                  </a:cubicBezTo>
                  <a:cubicBezTo>
                    <a:pt x="37979" y="16171"/>
                    <a:pt x="36770" y="14794"/>
                    <a:pt x="35527" y="13467"/>
                  </a:cubicBezTo>
                  <a:cubicBezTo>
                    <a:pt x="33025" y="10814"/>
                    <a:pt x="30387" y="8294"/>
                    <a:pt x="27599" y="5959"/>
                  </a:cubicBezTo>
                  <a:cubicBezTo>
                    <a:pt x="26206" y="4783"/>
                    <a:pt x="24795" y="3641"/>
                    <a:pt x="23317" y="2583"/>
                  </a:cubicBezTo>
                  <a:cubicBezTo>
                    <a:pt x="21888" y="1576"/>
                    <a:pt x="20310" y="635"/>
                    <a:pt x="18580" y="215"/>
                  </a:cubicBezTo>
                  <a:cubicBezTo>
                    <a:pt x="18002" y="72"/>
                    <a:pt x="17420" y="0"/>
                    <a:pt x="168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1"/>
            <p:cNvSpPr/>
            <p:nvPr/>
          </p:nvSpPr>
          <p:spPr>
            <a:xfrm>
              <a:off x="442424" y="4685997"/>
              <a:ext cx="917099" cy="411812"/>
            </a:xfrm>
            <a:custGeom>
              <a:avLst/>
              <a:gdLst/>
              <a:ahLst/>
              <a:cxnLst/>
              <a:rect l="l" t="t" r="r" b="b"/>
              <a:pathLst>
                <a:path w="25254" h="11340" extrusionOk="0">
                  <a:moveTo>
                    <a:pt x="10038" y="1"/>
                  </a:moveTo>
                  <a:cubicBezTo>
                    <a:pt x="8226" y="1"/>
                    <a:pt x="6461" y="823"/>
                    <a:pt x="4936" y="1717"/>
                  </a:cubicBezTo>
                  <a:cubicBezTo>
                    <a:pt x="3138" y="2776"/>
                    <a:pt x="1543" y="4169"/>
                    <a:pt x="215" y="5799"/>
                  </a:cubicBezTo>
                  <a:cubicBezTo>
                    <a:pt x="0" y="6078"/>
                    <a:pt x="235" y="6453"/>
                    <a:pt x="500" y="6453"/>
                  </a:cubicBezTo>
                  <a:cubicBezTo>
                    <a:pt x="586" y="6453"/>
                    <a:pt x="675" y="6414"/>
                    <a:pt x="753" y="6319"/>
                  </a:cubicBezTo>
                  <a:cubicBezTo>
                    <a:pt x="1912" y="4959"/>
                    <a:pt x="3256" y="3784"/>
                    <a:pt x="4768" y="2826"/>
                  </a:cubicBezTo>
                  <a:cubicBezTo>
                    <a:pt x="6313" y="1851"/>
                    <a:pt x="8143" y="928"/>
                    <a:pt x="9991" y="911"/>
                  </a:cubicBezTo>
                  <a:cubicBezTo>
                    <a:pt x="10003" y="911"/>
                    <a:pt x="10016" y="911"/>
                    <a:pt x="10029" y="911"/>
                  </a:cubicBezTo>
                  <a:cubicBezTo>
                    <a:pt x="11926" y="911"/>
                    <a:pt x="13494" y="2094"/>
                    <a:pt x="14946" y="3162"/>
                  </a:cubicBezTo>
                  <a:cubicBezTo>
                    <a:pt x="16525" y="4304"/>
                    <a:pt x="18037" y="5513"/>
                    <a:pt x="19497" y="6773"/>
                  </a:cubicBezTo>
                  <a:cubicBezTo>
                    <a:pt x="20321" y="7461"/>
                    <a:pt x="21110" y="8167"/>
                    <a:pt x="21900" y="8906"/>
                  </a:cubicBezTo>
                  <a:cubicBezTo>
                    <a:pt x="22706" y="9662"/>
                    <a:pt x="23461" y="10485"/>
                    <a:pt x="24301" y="11208"/>
                  </a:cubicBezTo>
                  <a:cubicBezTo>
                    <a:pt x="24405" y="11300"/>
                    <a:pt x="24517" y="11340"/>
                    <a:pt x="24622" y="11340"/>
                  </a:cubicBezTo>
                  <a:cubicBezTo>
                    <a:pt x="24974" y="11340"/>
                    <a:pt x="25254" y="10898"/>
                    <a:pt x="24957" y="10536"/>
                  </a:cubicBezTo>
                  <a:cubicBezTo>
                    <a:pt x="24301" y="9746"/>
                    <a:pt x="23512" y="9058"/>
                    <a:pt x="22773" y="8368"/>
                  </a:cubicBezTo>
                  <a:cubicBezTo>
                    <a:pt x="22034" y="7680"/>
                    <a:pt x="21278" y="6991"/>
                    <a:pt x="20522" y="6337"/>
                  </a:cubicBezTo>
                  <a:cubicBezTo>
                    <a:pt x="18977" y="5009"/>
                    <a:pt x="17365" y="3750"/>
                    <a:pt x="15719" y="2541"/>
                  </a:cubicBezTo>
                  <a:cubicBezTo>
                    <a:pt x="14156" y="1415"/>
                    <a:pt x="12510" y="189"/>
                    <a:pt x="10528" y="21"/>
                  </a:cubicBezTo>
                  <a:cubicBezTo>
                    <a:pt x="10364" y="7"/>
                    <a:pt x="10201" y="1"/>
                    <a:pt x="100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1"/>
            <p:cNvSpPr/>
            <p:nvPr/>
          </p:nvSpPr>
          <p:spPr>
            <a:xfrm>
              <a:off x="-445775" y="4692061"/>
              <a:ext cx="3124797" cy="625417"/>
            </a:xfrm>
            <a:custGeom>
              <a:avLst/>
              <a:gdLst/>
              <a:ahLst/>
              <a:cxnLst/>
              <a:rect l="l" t="t" r="r" b="b"/>
              <a:pathLst>
                <a:path w="86047" h="17222" extrusionOk="0">
                  <a:moveTo>
                    <a:pt x="20111" y="1"/>
                  </a:moveTo>
                  <a:cubicBezTo>
                    <a:pt x="19183" y="1"/>
                    <a:pt x="18263" y="112"/>
                    <a:pt x="17417" y="341"/>
                  </a:cubicBezTo>
                  <a:cubicBezTo>
                    <a:pt x="13252" y="1449"/>
                    <a:pt x="9859" y="5346"/>
                    <a:pt x="7541" y="8772"/>
                  </a:cubicBezTo>
                  <a:lnTo>
                    <a:pt x="0" y="16599"/>
                  </a:lnTo>
                  <a:cubicBezTo>
                    <a:pt x="1205" y="16765"/>
                    <a:pt x="2249" y="17222"/>
                    <a:pt x="3512" y="17222"/>
                  </a:cubicBezTo>
                  <a:cubicBezTo>
                    <a:pt x="3534" y="17222"/>
                    <a:pt x="3556" y="17222"/>
                    <a:pt x="3577" y="17222"/>
                  </a:cubicBezTo>
                  <a:cubicBezTo>
                    <a:pt x="5526" y="17204"/>
                    <a:pt x="7424" y="16667"/>
                    <a:pt x="9373" y="16516"/>
                  </a:cubicBezTo>
                  <a:cubicBezTo>
                    <a:pt x="11929" y="16318"/>
                    <a:pt x="14497" y="16270"/>
                    <a:pt x="17070" y="16270"/>
                  </a:cubicBezTo>
                  <a:cubicBezTo>
                    <a:pt x="19536" y="16270"/>
                    <a:pt x="22006" y="16315"/>
                    <a:pt x="24472" y="16315"/>
                  </a:cubicBezTo>
                  <a:lnTo>
                    <a:pt x="34415" y="16315"/>
                  </a:lnTo>
                  <a:cubicBezTo>
                    <a:pt x="36114" y="16315"/>
                    <a:pt x="37819" y="16271"/>
                    <a:pt x="39519" y="16271"/>
                  </a:cubicBezTo>
                  <a:cubicBezTo>
                    <a:pt x="40794" y="16271"/>
                    <a:pt x="42067" y="16295"/>
                    <a:pt x="43334" y="16382"/>
                  </a:cubicBezTo>
                  <a:cubicBezTo>
                    <a:pt x="46280" y="16574"/>
                    <a:pt x="49226" y="16603"/>
                    <a:pt x="52176" y="16603"/>
                  </a:cubicBezTo>
                  <a:cubicBezTo>
                    <a:pt x="53473" y="16603"/>
                    <a:pt x="54772" y="16597"/>
                    <a:pt x="56071" y="16597"/>
                  </a:cubicBezTo>
                  <a:cubicBezTo>
                    <a:pt x="56466" y="16597"/>
                    <a:pt x="56862" y="16598"/>
                    <a:pt x="57258" y="16599"/>
                  </a:cubicBezTo>
                  <a:cubicBezTo>
                    <a:pt x="57370" y="16600"/>
                    <a:pt x="57483" y="16601"/>
                    <a:pt x="57595" y="16601"/>
                  </a:cubicBezTo>
                  <a:cubicBezTo>
                    <a:pt x="61646" y="16601"/>
                    <a:pt x="65651" y="16028"/>
                    <a:pt x="69704" y="16028"/>
                  </a:cubicBezTo>
                  <a:cubicBezTo>
                    <a:pt x="71350" y="16028"/>
                    <a:pt x="72844" y="15894"/>
                    <a:pt x="74474" y="15659"/>
                  </a:cubicBezTo>
                  <a:cubicBezTo>
                    <a:pt x="75874" y="15469"/>
                    <a:pt x="77282" y="15402"/>
                    <a:pt x="78694" y="15402"/>
                  </a:cubicBezTo>
                  <a:cubicBezTo>
                    <a:pt x="81145" y="15402"/>
                    <a:pt x="83606" y="15603"/>
                    <a:pt x="86046" y="15710"/>
                  </a:cubicBezTo>
                  <a:cubicBezTo>
                    <a:pt x="85610" y="15609"/>
                    <a:pt x="85190" y="15323"/>
                    <a:pt x="84787" y="15139"/>
                  </a:cubicBezTo>
                  <a:cubicBezTo>
                    <a:pt x="83896" y="14769"/>
                    <a:pt x="82805" y="14568"/>
                    <a:pt x="81881" y="14282"/>
                  </a:cubicBezTo>
                  <a:cubicBezTo>
                    <a:pt x="79798" y="13643"/>
                    <a:pt x="77615" y="13509"/>
                    <a:pt x="75617" y="12552"/>
                  </a:cubicBezTo>
                  <a:cubicBezTo>
                    <a:pt x="74323" y="11930"/>
                    <a:pt x="73113" y="11191"/>
                    <a:pt x="71821" y="10586"/>
                  </a:cubicBezTo>
                  <a:cubicBezTo>
                    <a:pt x="69989" y="9713"/>
                    <a:pt x="67738" y="9294"/>
                    <a:pt x="66043" y="8118"/>
                  </a:cubicBezTo>
                  <a:cubicBezTo>
                    <a:pt x="64968" y="7362"/>
                    <a:pt x="63875" y="6656"/>
                    <a:pt x="62834" y="5834"/>
                  </a:cubicBezTo>
                  <a:cubicBezTo>
                    <a:pt x="62129" y="5279"/>
                    <a:pt x="60852" y="4002"/>
                    <a:pt x="59963" y="3818"/>
                  </a:cubicBezTo>
                  <a:cubicBezTo>
                    <a:pt x="59820" y="3790"/>
                    <a:pt x="59676" y="3778"/>
                    <a:pt x="59530" y="3778"/>
                  </a:cubicBezTo>
                  <a:cubicBezTo>
                    <a:pt x="58798" y="3778"/>
                    <a:pt x="58039" y="4097"/>
                    <a:pt x="57410" y="4405"/>
                  </a:cubicBezTo>
                  <a:cubicBezTo>
                    <a:pt x="55309" y="5431"/>
                    <a:pt x="53479" y="6925"/>
                    <a:pt x="51497" y="8152"/>
                  </a:cubicBezTo>
                  <a:cubicBezTo>
                    <a:pt x="50734" y="8618"/>
                    <a:pt x="49980" y="8803"/>
                    <a:pt x="49233" y="8803"/>
                  </a:cubicBezTo>
                  <a:cubicBezTo>
                    <a:pt x="47318" y="8803"/>
                    <a:pt x="45451" y="7588"/>
                    <a:pt x="43603" y="6790"/>
                  </a:cubicBezTo>
                  <a:cubicBezTo>
                    <a:pt x="42918" y="6499"/>
                    <a:pt x="42215" y="6389"/>
                    <a:pt x="41505" y="6389"/>
                  </a:cubicBezTo>
                  <a:cubicBezTo>
                    <a:pt x="40091" y="6389"/>
                    <a:pt x="38652" y="6825"/>
                    <a:pt x="37288" y="7126"/>
                  </a:cubicBezTo>
                  <a:cubicBezTo>
                    <a:pt x="37027" y="7186"/>
                    <a:pt x="36765" y="7215"/>
                    <a:pt x="36504" y="7215"/>
                  </a:cubicBezTo>
                  <a:cubicBezTo>
                    <a:pt x="35524" y="7215"/>
                    <a:pt x="34571" y="6805"/>
                    <a:pt x="33828" y="6102"/>
                  </a:cubicBezTo>
                  <a:cubicBezTo>
                    <a:pt x="33172" y="5498"/>
                    <a:pt x="32870" y="5111"/>
                    <a:pt x="32014" y="4792"/>
                  </a:cubicBezTo>
                  <a:cubicBezTo>
                    <a:pt x="31174" y="4473"/>
                    <a:pt x="30469" y="3919"/>
                    <a:pt x="29629" y="3549"/>
                  </a:cubicBezTo>
                  <a:cubicBezTo>
                    <a:pt x="28570" y="3095"/>
                    <a:pt x="27714" y="2441"/>
                    <a:pt x="26722" y="1870"/>
                  </a:cubicBezTo>
                  <a:cubicBezTo>
                    <a:pt x="25866" y="1382"/>
                    <a:pt x="24859" y="996"/>
                    <a:pt x="23934" y="661"/>
                  </a:cubicBezTo>
                  <a:cubicBezTo>
                    <a:pt x="22770" y="226"/>
                    <a:pt x="21432" y="1"/>
                    <a:pt x="20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1"/>
            <p:cNvSpPr/>
            <p:nvPr/>
          </p:nvSpPr>
          <p:spPr>
            <a:xfrm>
              <a:off x="2679008" y="5202962"/>
              <a:ext cx="18956" cy="1888"/>
            </a:xfrm>
            <a:custGeom>
              <a:avLst/>
              <a:gdLst/>
              <a:ahLst/>
              <a:cxnLst/>
              <a:rect l="l" t="t" r="r" b="b"/>
              <a:pathLst>
                <a:path w="522" h="52" extrusionOk="0">
                  <a:moveTo>
                    <a:pt x="0" y="1"/>
                  </a:moveTo>
                  <a:cubicBezTo>
                    <a:pt x="109" y="33"/>
                    <a:pt x="225" y="52"/>
                    <a:pt x="339" y="52"/>
                  </a:cubicBezTo>
                  <a:cubicBezTo>
                    <a:pt x="401" y="52"/>
                    <a:pt x="462" y="46"/>
                    <a:pt x="522" y="34"/>
                  </a:cubicBezTo>
                  <a:cubicBezTo>
                    <a:pt x="354" y="17"/>
                    <a:pt x="186" y="17"/>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1"/>
            <p:cNvSpPr/>
            <p:nvPr/>
          </p:nvSpPr>
          <p:spPr>
            <a:xfrm>
              <a:off x="2586693" y="4853263"/>
              <a:ext cx="203582" cy="131823"/>
            </a:xfrm>
            <a:custGeom>
              <a:avLst/>
              <a:gdLst/>
              <a:ahLst/>
              <a:cxnLst/>
              <a:rect l="l" t="t" r="r" b="b"/>
              <a:pathLst>
                <a:path w="5606" h="3630" extrusionOk="0">
                  <a:moveTo>
                    <a:pt x="1600" y="1"/>
                  </a:moveTo>
                  <a:cubicBezTo>
                    <a:pt x="1405" y="1"/>
                    <a:pt x="1228" y="25"/>
                    <a:pt x="1076" y="77"/>
                  </a:cubicBezTo>
                  <a:cubicBezTo>
                    <a:pt x="454" y="296"/>
                    <a:pt x="1" y="867"/>
                    <a:pt x="51" y="1875"/>
                  </a:cubicBezTo>
                  <a:cubicBezTo>
                    <a:pt x="105" y="2968"/>
                    <a:pt x="1520" y="3630"/>
                    <a:pt x="2785" y="3630"/>
                  </a:cubicBezTo>
                  <a:cubicBezTo>
                    <a:pt x="3503" y="3630"/>
                    <a:pt x="4172" y="3417"/>
                    <a:pt x="4518" y="2950"/>
                  </a:cubicBezTo>
                  <a:cubicBezTo>
                    <a:pt x="5605" y="1462"/>
                    <a:pt x="3107" y="1"/>
                    <a:pt x="16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1"/>
            <p:cNvSpPr/>
            <p:nvPr/>
          </p:nvSpPr>
          <p:spPr>
            <a:xfrm>
              <a:off x="297744" y="4349681"/>
              <a:ext cx="208049" cy="172533"/>
            </a:xfrm>
            <a:custGeom>
              <a:avLst/>
              <a:gdLst/>
              <a:ahLst/>
              <a:cxnLst/>
              <a:rect l="l" t="t" r="r" b="b"/>
              <a:pathLst>
                <a:path w="5729" h="4751" extrusionOk="0">
                  <a:moveTo>
                    <a:pt x="3297" y="1"/>
                  </a:moveTo>
                  <a:cubicBezTo>
                    <a:pt x="2487" y="1"/>
                    <a:pt x="1637" y="272"/>
                    <a:pt x="1059" y="732"/>
                  </a:cubicBezTo>
                  <a:cubicBezTo>
                    <a:pt x="336" y="1321"/>
                    <a:pt x="0" y="2194"/>
                    <a:pt x="168" y="3101"/>
                  </a:cubicBezTo>
                  <a:cubicBezTo>
                    <a:pt x="386" y="4353"/>
                    <a:pt x="1487" y="4750"/>
                    <a:pt x="2601" y="4750"/>
                  </a:cubicBezTo>
                  <a:cubicBezTo>
                    <a:pt x="2951" y="4750"/>
                    <a:pt x="3303" y="4711"/>
                    <a:pt x="3628" y="4647"/>
                  </a:cubicBezTo>
                  <a:cubicBezTo>
                    <a:pt x="5039" y="4378"/>
                    <a:pt x="5728" y="3269"/>
                    <a:pt x="5610" y="1858"/>
                  </a:cubicBezTo>
                  <a:cubicBezTo>
                    <a:pt x="5502" y="541"/>
                    <a:pt x="4440" y="1"/>
                    <a:pt x="32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9"/>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BLANK_2">
    <p:spTree>
      <p:nvGrpSpPr>
        <p:cNvPr id="1" name="Shape 90"/>
        <p:cNvGrpSpPr/>
        <p:nvPr/>
      </p:nvGrpSpPr>
      <p:grpSpPr>
        <a:xfrm>
          <a:off x="0" y="0"/>
          <a:ext cx="0" cy="0"/>
          <a:chOff x="0" y="0"/>
          <a:chExt cx="0" cy="0"/>
        </a:xfrm>
      </p:grpSpPr>
      <p:sp>
        <p:nvSpPr>
          <p:cNvPr id="91" name="Google Shape;9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2" name="Google Shape;92;p13"/>
          <p:cNvSpPr/>
          <p:nvPr/>
        </p:nvSpPr>
        <p:spPr>
          <a:xfrm rot="10800000">
            <a:off x="-1165700" y="4347825"/>
            <a:ext cx="4213725" cy="1054700"/>
          </a:xfrm>
          <a:custGeom>
            <a:avLst/>
            <a:gdLst/>
            <a:ahLst/>
            <a:cxnLst/>
            <a:rect l="l" t="t" r="r" b="b"/>
            <a:pathLst>
              <a:path w="168549" h="42188" extrusionOk="0">
                <a:moveTo>
                  <a:pt x="88151" y="1"/>
                </a:moveTo>
                <a:cubicBezTo>
                  <a:pt x="83529" y="1"/>
                  <a:pt x="78913" y="330"/>
                  <a:pt x="74340" y="1011"/>
                </a:cubicBezTo>
                <a:cubicBezTo>
                  <a:pt x="71400" y="1465"/>
                  <a:pt x="68293" y="1952"/>
                  <a:pt x="66025" y="4018"/>
                </a:cubicBezTo>
                <a:cubicBezTo>
                  <a:pt x="64883" y="5060"/>
                  <a:pt x="64027" y="6336"/>
                  <a:pt x="62919" y="7394"/>
                </a:cubicBezTo>
                <a:cubicBezTo>
                  <a:pt x="61810" y="8452"/>
                  <a:pt x="60449" y="9158"/>
                  <a:pt x="59005" y="9628"/>
                </a:cubicBezTo>
                <a:cubicBezTo>
                  <a:pt x="55914" y="10636"/>
                  <a:pt x="52539" y="10838"/>
                  <a:pt x="49330" y="11257"/>
                </a:cubicBezTo>
                <a:cubicBezTo>
                  <a:pt x="45736" y="11727"/>
                  <a:pt x="42159" y="12181"/>
                  <a:pt x="38580" y="12651"/>
                </a:cubicBezTo>
                <a:cubicBezTo>
                  <a:pt x="31358" y="13608"/>
                  <a:pt x="24136" y="14549"/>
                  <a:pt x="16914" y="15489"/>
                </a:cubicBezTo>
                <a:cubicBezTo>
                  <a:pt x="13001" y="16011"/>
                  <a:pt x="9053" y="16414"/>
                  <a:pt x="5156" y="17035"/>
                </a:cubicBezTo>
                <a:cubicBezTo>
                  <a:pt x="2990" y="17388"/>
                  <a:pt x="168" y="18345"/>
                  <a:pt x="17" y="20915"/>
                </a:cubicBezTo>
                <a:cubicBezTo>
                  <a:pt x="1" y="21150"/>
                  <a:pt x="202" y="21285"/>
                  <a:pt x="404" y="21318"/>
                </a:cubicBezTo>
                <a:cubicBezTo>
                  <a:pt x="5442" y="21822"/>
                  <a:pt x="10515" y="21889"/>
                  <a:pt x="15570" y="21905"/>
                </a:cubicBezTo>
                <a:cubicBezTo>
                  <a:pt x="20693" y="21905"/>
                  <a:pt x="25833" y="21923"/>
                  <a:pt x="30955" y="21923"/>
                </a:cubicBezTo>
                <a:cubicBezTo>
                  <a:pt x="41234" y="21939"/>
                  <a:pt x="51497" y="21957"/>
                  <a:pt x="61777" y="21973"/>
                </a:cubicBezTo>
                <a:cubicBezTo>
                  <a:pt x="63217" y="21973"/>
                  <a:pt x="64658" y="21962"/>
                  <a:pt x="66096" y="21962"/>
                </a:cubicBezTo>
                <a:cubicBezTo>
                  <a:pt x="67189" y="21962"/>
                  <a:pt x="68280" y="21968"/>
                  <a:pt x="69368" y="21990"/>
                </a:cubicBezTo>
                <a:cubicBezTo>
                  <a:pt x="70560" y="22024"/>
                  <a:pt x="71753" y="22073"/>
                  <a:pt x="72912" y="22360"/>
                </a:cubicBezTo>
                <a:cubicBezTo>
                  <a:pt x="74172" y="22645"/>
                  <a:pt x="75281" y="23233"/>
                  <a:pt x="76389" y="23887"/>
                </a:cubicBezTo>
                <a:cubicBezTo>
                  <a:pt x="80033" y="26088"/>
                  <a:pt x="83796" y="27515"/>
                  <a:pt x="87995" y="28187"/>
                </a:cubicBezTo>
                <a:cubicBezTo>
                  <a:pt x="96444" y="29531"/>
                  <a:pt x="105111" y="28406"/>
                  <a:pt x="113525" y="30001"/>
                </a:cubicBezTo>
                <a:cubicBezTo>
                  <a:pt x="115222" y="30321"/>
                  <a:pt x="119403" y="30959"/>
                  <a:pt x="117304" y="33528"/>
                </a:cubicBezTo>
                <a:cubicBezTo>
                  <a:pt x="116178" y="34906"/>
                  <a:pt x="114449" y="35477"/>
                  <a:pt x="112770" y="35830"/>
                </a:cubicBezTo>
                <a:cubicBezTo>
                  <a:pt x="109460" y="36552"/>
                  <a:pt x="105581" y="36518"/>
                  <a:pt x="103061" y="39138"/>
                </a:cubicBezTo>
                <a:cubicBezTo>
                  <a:pt x="102893" y="39324"/>
                  <a:pt x="102860" y="39676"/>
                  <a:pt x="103061" y="39861"/>
                </a:cubicBezTo>
                <a:cubicBezTo>
                  <a:pt x="105269" y="41755"/>
                  <a:pt x="108076" y="42188"/>
                  <a:pt x="110880" y="42188"/>
                </a:cubicBezTo>
                <a:cubicBezTo>
                  <a:pt x="111832" y="42188"/>
                  <a:pt x="112783" y="42138"/>
                  <a:pt x="113710" y="42078"/>
                </a:cubicBezTo>
                <a:cubicBezTo>
                  <a:pt x="118698" y="41776"/>
                  <a:pt x="123670" y="41440"/>
                  <a:pt x="128659" y="41120"/>
                </a:cubicBezTo>
                <a:cubicBezTo>
                  <a:pt x="138232" y="40516"/>
                  <a:pt x="147941" y="40247"/>
                  <a:pt x="157447" y="38820"/>
                </a:cubicBezTo>
                <a:cubicBezTo>
                  <a:pt x="160034" y="38433"/>
                  <a:pt x="162670" y="37895"/>
                  <a:pt x="165189" y="37156"/>
                </a:cubicBezTo>
                <a:cubicBezTo>
                  <a:pt x="166634" y="36720"/>
                  <a:pt x="168549" y="35729"/>
                  <a:pt x="168331" y="33932"/>
                </a:cubicBezTo>
                <a:cubicBezTo>
                  <a:pt x="168314" y="33781"/>
                  <a:pt x="168230" y="33579"/>
                  <a:pt x="168045" y="33546"/>
                </a:cubicBezTo>
                <a:cubicBezTo>
                  <a:pt x="165409" y="33107"/>
                  <a:pt x="162764" y="32963"/>
                  <a:pt x="160115" y="32963"/>
                </a:cubicBezTo>
                <a:cubicBezTo>
                  <a:pt x="155874" y="32963"/>
                  <a:pt x="151624" y="33331"/>
                  <a:pt x="147386" y="33445"/>
                </a:cubicBezTo>
                <a:cubicBezTo>
                  <a:pt x="146731" y="33462"/>
                  <a:pt x="145944" y="33548"/>
                  <a:pt x="145168" y="33548"/>
                </a:cubicBezTo>
                <a:cubicBezTo>
                  <a:pt x="144373" y="33548"/>
                  <a:pt x="143589" y="33457"/>
                  <a:pt x="142969" y="33109"/>
                </a:cubicBezTo>
                <a:cubicBezTo>
                  <a:pt x="142246" y="32689"/>
                  <a:pt x="142212" y="31916"/>
                  <a:pt x="142230" y="31143"/>
                </a:cubicBezTo>
                <a:cubicBezTo>
                  <a:pt x="142246" y="30455"/>
                  <a:pt x="142246" y="29784"/>
                  <a:pt x="142112" y="29094"/>
                </a:cubicBezTo>
                <a:cubicBezTo>
                  <a:pt x="141608" y="26608"/>
                  <a:pt x="139744" y="24526"/>
                  <a:pt x="137577" y="23300"/>
                </a:cubicBezTo>
                <a:cubicBezTo>
                  <a:pt x="134907" y="21805"/>
                  <a:pt x="131783" y="21435"/>
                  <a:pt x="128776" y="21251"/>
                </a:cubicBezTo>
                <a:cubicBezTo>
                  <a:pt x="125450" y="21050"/>
                  <a:pt x="122124" y="21032"/>
                  <a:pt x="118799" y="20982"/>
                </a:cubicBezTo>
                <a:cubicBezTo>
                  <a:pt x="115390" y="20915"/>
                  <a:pt x="111963" y="20797"/>
                  <a:pt x="108587" y="20277"/>
                </a:cubicBezTo>
                <a:cubicBezTo>
                  <a:pt x="105328" y="19773"/>
                  <a:pt x="102222" y="18815"/>
                  <a:pt x="99147" y="17673"/>
                </a:cubicBezTo>
                <a:cubicBezTo>
                  <a:pt x="96158" y="16564"/>
                  <a:pt x="93168" y="15372"/>
                  <a:pt x="90028" y="14734"/>
                </a:cubicBezTo>
                <a:cubicBezTo>
                  <a:pt x="87861" y="14305"/>
                  <a:pt x="85670" y="14212"/>
                  <a:pt x="83472" y="14212"/>
                </a:cubicBezTo>
                <a:cubicBezTo>
                  <a:pt x="82484" y="14212"/>
                  <a:pt x="81494" y="14231"/>
                  <a:pt x="80504" y="14246"/>
                </a:cubicBezTo>
                <a:cubicBezTo>
                  <a:pt x="79955" y="14258"/>
                  <a:pt x="79406" y="14265"/>
                  <a:pt x="78858" y="14265"/>
                </a:cubicBezTo>
                <a:cubicBezTo>
                  <a:pt x="77760" y="14265"/>
                  <a:pt x="76663" y="14235"/>
                  <a:pt x="75566" y="14146"/>
                </a:cubicBezTo>
                <a:cubicBezTo>
                  <a:pt x="74071" y="14029"/>
                  <a:pt x="72106" y="13911"/>
                  <a:pt x="70779" y="13122"/>
                </a:cubicBezTo>
                <a:cubicBezTo>
                  <a:pt x="70410" y="12920"/>
                  <a:pt x="70124" y="12685"/>
                  <a:pt x="70325" y="12265"/>
                </a:cubicBezTo>
                <a:cubicBezTo>
                  <a:pt x="70493" y="11946"/>
                  <a:pt x="70880" y="11745"/>
                  <a:pt x="71182" y="11559"/>
                </a:cubicBezTo>
                <a:cubicBezTo>
                  <a:pt x="71854" y="11122"/>
                  <a:pt x="72542" y="10753"/>
                  <a:pt x="73265" y="10417"/>
                </a:cubicBezTo>
                <a:cubicBezTo>
                  <a:pt x="74642" y="9763"/>
                  <a:pt x="76120" y="9292"/>
                  <a:pt x="77599" y="8923"/>
                </a:cubicBezTo>
                <a:cubicBezTo>
                  <a:pt x="80622" y="8184"/>
                  <a:pt x="83746" y="7881"/>
                  <a:pt x="86852" y="7646"/>
                </a:cubicBezTo>
                <a:cubicBezTo>
                  <a:pt x="90263" y="7378"/>
                  <a:pt x="93689" y="7259"/>
                  <a:pt x="97116" y="7210"/>
                </a:cubicBezTo>
                <a:cubicBezTo>
                  <a:pt x="97771" y="7203"/>
                  <a:pt x="98427" y="7200"/>
                  <a:pt x="99083" y="7200"/>
                </a:cubicBezTo>
                <a:cubicBezTo>
                  <a:pt x="105310" y="7200"/>
                  <a:pt x="111525" y="7475"/>
                  <a:pt x="117741" y="7763"/>
                </a:cubicBezTo>
                <a:cubicBezTo>
                  <a:pt x="125154" y="8112"/>
                  <a:pt x="132603" y="8507"/>
                  <a:pt x="140040" y="8507"/>
                </a:cubicBezTo>
                <a:cubicBezTo>
                  <a:pt x="146201" y="8507"/>
                  <a:pt x="152353" y="8236"/>
                  <a:pt x="158471" y="7445"/>
                </a:cubicBezTo>
                <a:cubicBezTo>
                  <a:pt x="160117" y="7226"/>
                  <a:pt x="161747" y="6991"/>
                  <a:pt x="163376" y="6706"/>
                </a:cubicBezTo>
                <a:cubicBezTo>
                  <a:pt x="164061" y="6578"/>
                  <a:pt x="163824" y="5604"/>
                  <a:pt x="163196" y="5604"/>
                </a:cubicBezTo>
                <a:cubicBezTo>
                  <a:pt x="163162" y="5604"/>
                  <a:pt x="163127" y="5607"/>
                  <a:pt x="163091" y="5613"/>
                </a:cubicBezTo>
                <a:cubicBezTo>
                  <a:pt x="155426" y="6949"/>
                  <a:pt x="147686" y="7371"/>
                  <a:pt x="139934" y="7371"/>
                </a:cubicBezTo>
                <a:cubicBezTo>
                  <a:pt x="133552" y="7371"/>
                  <a:pt x="127161" y="7085"/>
                  <a:pt x="120798" y="6789"/>
                </a:cubicBezTo>
                <a:cubicBezTo>
                  <a:pt x="113777" y="6453"/>
                  <a:pt x="106739" y="6084"/>
                  <a:pt x="99685" y="6084"/>
                </a:cubicBezTo>
                <a:cubicBezTo>
                  <a:pt x="99340" y="6083"/>
                  <a:pt x="98995" y="6082"/>
                  <a:pt x="98650" y="6082"/>
                </a:cubicBezTo>
                <a:cubicBezTo>
                  <a:pt x="92243" y="6082"/>
                  <a:pt x="85690" y="6246"/>
                  <a:pt x="79379" y="7394"/>
                </a:cubicBezTo>
                <a:cubicBezTo>
                  <a:pt x="76439" y="7931"/>
                  <a:pt x="73534" y="8805"/>
                  <a:pt x="70963" y="10350"/>
                </a:cubicBezTo>
                <a:cubicBezTo>
                  <a:pt x="70056" y="10921"/>
                  <a:pt x="68713" y="11693"/>
                  <a:pt x="69167" y="12987"/>
                </a:cubicBezTo>
                <a:cubicBezTo>
                  <a:pt x="69570" y="14130"/>
                  <a:pt x="71048" y="14499"/>
                  <a:pt x="72089" y="14750"/>
                </a:cubicBezTo>
                <a:cubicBezTo>
                  <a:pt x="74302" y="15283"/>
                  <a:pt x="76571" y="15393"/>
                  <a:pt x="78841" y="15393"/>
                </a:cubicBezTo>
                <a:cubicBezTo>
                  <a:pt x="79861" y="15393"/>
                  <a:pt x="80882" y="15371"/>
                  <a:pt x="81898" y="15355"/>
                </a:cubicBezTo>
                <a:cubicBezTo>
                  <a:pt x="82350" y="15346"/>
                  <a:pt x="82800" y="15341"/>
                  <a:pt x="83248" y="15341"/>
                </a:cubicBezTo>
                <a:cubicBezTo>
                  <a:pt x="86231" y="15341"/>
                  <a:pt x="89137" y="15565"/>
                  <a:pt x="92043" y="16396"/>
                </a:cubicBezTo>
                <a:cubicBezTo>
                  <a:pt x="95234" y="17303"/>
                  <a:pt x="98274" y="18613"/>
                  <a:pt x="101398" y="19672"/>
                </a:cubicBezTo>
                <a:cubicBezTo>
                  <a:pt x="104589" y="20747"/>
                  <a:pt x="107881" y="21402"/>
                  <a:pt x="111240" y="21738"/>
                </a:cubicBezTo>
                <a:cubicBezTo>
                  <a:pt x="114651" y="22057"/>
                  <a:pt x="118077" y="22107"/>
                  <a:pt x="121486" y="22141"/>
                </a:cubicBezTo>
                <a:cubicBezTo>
                  <a:pt x="124946" y="22192"/>
                  <a:pt x="128457" y="22158"/>
                  <a:pt x="131884" y="22645"/>
                </a:cubicBezTo>
                <a:cubicBezTo>
                  <a:pt x="134923" y="23099"/>
                  <a:pt x="138081" y="24190"/>
                  <a:pt x="139946" y="26810"/>
                </a:cubicBezTo>
                <a:cubicBezTo>
                  <a:pt x="140802" y="28019"/>
                  <a:pt x="141238" y="29380"/>
                  <a:pt x="141205" y="30875"/>
                </a:cubicBezTo>
                <a:cubicBezTo>
                  <a:pt x="141171" y="32101"/>
                  <a:pt x="141272" y="33327"/>
                  <a:pt x="142465" y="33999"/>
                </a:cubicBezTo>
                <a:cubicBezTo>
                  <a:pt x="143199" y="34404"/>
                  <a:pt x="144054" y="34488"/>
                  <a:pt x="144905" y="34488"/>
                </a:cubicBezTo>
                <a:cubicBezTo>
                  <a:pt x="145359" y="34488"/>
                  <a:pt x="145811" y="34465"/>
                  <a:pt x="146243" y="34453"/>
                </a:cubicBezTo>
                <a:cubicBezTo>
                  <a:pt x="148041" y="34402"/>
                  <a:pt x="149838" y="34301"/>
                  <a:pt x="151652" y="34184"/>
                </a:cubicBezTo>
                <a:cubicBezTo>
                  <a:pt x="154699" y="33984"/>
                  <a:pt x="157758" y="33759"/>
                  <a:pt x="160829" y="33759"/>
                </a:cubicBezTo>
                <a:cubicBezTo>
                  <a:pt x="161364" y="33759"/>
                  <a:pt x="161899" y="33766"/>
                  <a:pt x="162435" y="33781"/>
                </a:cubicBezTo>
                <a:cubicBezTo>
                  <a:pt x="164148" y="33831"/>
                  <a:pt x="165861" y="33999"/>
                  <a:pt x="167558" y="34267"/>
                </a:cubicBezTo>
                <a:cubicBezTo>
                  <a:pt x="167440" y="35947"/>
                  <a:pt x="164820" y="36451"/>
                  <a:pt x="163510" y="36737"/>
                </a:cubicBezTo>
                <a:cubicBezTo>
                  <a:pt x="161377" y="37224"/>
                  <a:pt x="159210" y="37727"/>
                  <a:pt x="157010" y="37879"/>
                </a:cubicBezTo>
                <a:cubicBezTo>
                  <a:pt x="150610" y="38282"/>
                  <a:pt x="147352" y="38769"/>
                  <a:pt x="143523" y="39156"/>
                </a:cubicBezTo>
                <a:cubicBezTo>
                  <a:pt x="134504" y="40063"/>
                  <a:pt x="125416" y="40314"/>
                  <a:pt x="116364" y="40885"/>
                </a:cubicBezTo>
                <a:cubicBezTo>
                  <a:pt x="114652" y="40996"/>
                  <a:pt x="112746" y="41214"/>
                  <a:pt x="110860" y="41214"/>
                </a:cubicBezTo>
                <a:cubicBezTo>
                  <a:pt x="108453" y="41214"/>
                  <a:pt x="106079" y="40859"/>
                  <a:pt x="104186" y="39474"/>
                </a:cubicBezTo>
                <a:cubicBezTo>
                  <a:pt x="106555" y="37392"/>
                  <a:pt x="110098" y="37425"/>
                  <a:pt x="113038" y="36787"/>
                </a:cubicBezTo>
                <a:cubicBezTo>
                  <a:pt x="114499" y="36468"/>
                  <a:pt x="115977" y="35981"/>
                  <a:pt x="117170" y="35006"/>
                </a:cubicBezTo>
                <a:cubicBezTo>
                  <a:pt x="118328" y="34083"/>
                  <a:pt x="119538" y="32386"/>
                  <a:pt x="118463" y="30959"/>
                </a:cubicBezTo>
                <a:cubicBezTo>
                  <a:pt x="117405" y="29531"/>
                  <a:pt x="115104" y="29313"/>
                  <a:pt x="113509" y="29027"/>
                </a:cubicBezTo>
                <a:cubicBezTo>
                  <a:pt x="111459" y="28658"/>
                  <a:pt x="109377" y="28440"/>
                  <a:pt x="107310" y="28305"/>
                </a:cubicBezTo>
                <a:cubicBezTo>
                  <a:pt x="102826" y="28019"/>
                  <a:pt x="98341" y="28104"/>
                  <a:pt x="93857" y="27851"/>
                </a:cubicBezTo>
                <a:cubicBezTo>
                  <a:pt x="89439" y="27616"/>
                  <a:pt x="84938" y="27012"/>
                  <a:pt x="80839" y="25265"/>
                </a:cubicBezTo>
                <a:cubicBezTo>
                  <a:pt x="78707" y="24342"/>
                  <a:pt x="76842" y="22897"/>
                  <a:pt x="74692" y="22006"/>
                </a:cubicBezTo>
                <a:cubicBezTo>
                  <a:pt x="72627" y="21133"/>
                  <a:pt x="70359" y="21117"/>
                  <a:pt x="68142" y="21117"/>
                </a:cubicBezTo>
                <a:cubicBezTo>
                  <a:pt x="64570" y="21122"/>
                  <a:pt x="60996" y="21124"/>
                  <a:pt x="57422" y="21124"/>
                </a:cubicBezTo>
                <a:cubicBezTo>
                  <a:pt x="50273" y="21124"/>
                  <a:pt x="43122" y="21117"/>
                  <a:pt x="35978" y="21117"/>
                </a:cubicBezTo>
                <a:cubicBezTo>
                  <a:pt x="30066" y="21117"/>
                  <a:pt x="24136" y="21117"/>
                  <a:pt x="18224" y="21099"/>
                </a:cubicBezTo>
                <a:cubicBezTo>
                  <a:pt x="17880" y="21099"/>
                  <a:pt x="17537" y="21099"/>
                  <a:pt x="17194" y="21099"/>
                </a:cubicBezTo>
                <a:cubicBezTo>
                  <a:pt x="11743" y="21099"/>
                  <a:pt x="6292" y="21084"/>
                  <a:pt x="856" y="20562"/>
                </a:cubicBezTo>
                <a:cubicBezTo>
                  <a:pt x="1344" y="18143"/>
                  <a:pt x="5055" y="17841"/>
                  <a:pt x="6988" y="17590"/>
                </a:cubicBezTo>
                <a:cubicBezTo>
                  <a:pt x="10414" y="17135"/>
                  <a:pt x="13823" y="16699"/>
                  <a:pt x="17249" y="16246"/>
                </a:cubicBezTo>
                <a:cubicBezTo>
                  <a:pt x="24237" y="15339"/>
                  <a:pt x="31241" y="14414"/>
                  <a:pt x="38245" y="13507"/>
                </a:cubicBezTo>
                <a:cubicBezTo>
                  <a:pt x="41722" y="13055"/>
                  <a:pt x="45182" y="12584"/>
                  <a:pt x="48658" y="12130"/>
                </a:cubicBezTo>
                <a:cubicBezTo>
                  <a:pt x="51699" y="11727"/>
                  <a:pt x="54823" y="11492"/>
                  <a:pt x="57813" y="10770"/>
                </a:cubicBezTo>
                <a:cubicBezTo>
                  <a:pt x="60550" y="10115"/>
                  <a:pt x="62751" y="8856"/>
                  <a:pt x="64598" y="6722"/>
                </a:cubicBezTo>
                <a:cubicBezTo>
                  <a:pt x="65606" y="5546"/>
                  <a:pt x="66563" y="4337"/>
                  <a:pt x="67924" y="3548"/>
                </a:cubicBezTo>
                <a:cubicBezTo>
                  <a:pt x="69268" y="2775"/>
                  <a:pt x="70795" y="2388"/>
                  <a:pt x="72307" y="2104"/>
                </a:cubicBezTo>
                <a:cubicBezTo>
                  <a:pt x="78043" y="1010"/>
                  <a:pt x="83962" y="532"/>
                  <a:pt x="89837" y="532"/>
                </a:cubicBezTo>
                <a:cubicBezTo>
                  <a:pt x="91721" y="532"/>
                  <a:pt x="93601" y="582"/>
                  <a:pt x="95470" y="675"/>
                </a:cubicBezTo>
                <a:cubicBezTo>
                  <a:pt x="95475" y="676"/>
                  <a:pt x="95481" y="676"/>
                  <a:pt x="95486" y="676"/>
                </a:cubicBezTo>
                <a:cubicBezTo>
                  <a:pt x="95738" y="676"/>
                  <a:pt x="95733" y="289"/>
                  <a:pt x="95470" y="272"/>
                </a:cubicBezTo>
                <a:cubicBezTo>
                  <a:pt x="93032" y="92"/>
                  <a:pt x="90591" y="1"/>
                  <a:pt x="88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3"/>
          <p:cNvSpPr/>
          <p:nvPr/>
        </p:nvSpPr>
        <p:spPr>
          <a:xfrm rot="10800000">
            <a:off x="6388215" y="-141767"/>
            <a:ext cx="3658579" cy="1353530"/>
          </a:xfrm>
          <a:custGeom>
            <a:avLst/>
            <a:gdLst/>
            <a:ahLst/>
            <a:cxnLst/>
            <a:rect l="l" t="t" r="r" b="b"/>
            <a:pathLst>
              <a:path w="98151" h="36312" extrusionOk="0">
                <a:moveTo>
                  <a:pt x="19922" y="1"/>
                </a:moveTo>
                <a:cubicBezTo>
                  <a:pt x="19819" y="1"/>
                  <a:pt x="19715" y="3"/>
                  <a:pt x="19612" y="8"/>
                </a:cubicBezTo>
                <a:cubicBezTo>
                  <a:pt x="17496" y="126"/>
                  <a:pt x="15816" y="1419"/>
                  <a:pt x="14237" y="2713"/>
                </a:cubicBezTo>
                <a:cubicBezTo>
                  <a:pt x="12574" y="4072"/>
                  <a:pt x="10995" y="5534"/>
                  <a:pt x="9501" y="7080"/>
                </a:cubicBezTo>
                <a:cubicBezTo>
                  <a:pt x="6545" y="10119"/>
                  <a:pt x="3941" y="13478"/>
                  <a:pt x="1724" y="17090"/>
                </a:cubicBezTo>
                <a:cubicBezTo>
                  <a:pt x="1170" y="17980"/>
                  <a:pt x="649" y="18887"/>
                  <a:pt x="162" y="19811"/>
                </a:cubicBezTo>
                <a:cubicBezTo>
                  <a:pt x="0" y="20112"/>
                  <a:pt x="261" y="20382"/>
                  <a:pt x="516" y="20382"/>
                </a:cubicBezTo>
                <a:cubicBezTo>
                  <a:pt x="630" y="20382"/>
                  <a:pt x="744" y="20327"/>
                  <a:pt x="817" y="20197"/>
                </a:cubicBezTo>
                <a:cubicBezTo>
                  <a:pt x="2899" y="16535"/>
                  <a:pt x="5336" y="13093"/>
                  <a:pt x="8124" y="9918"/>
                </a:cubicBezTo>
                <a:cubicBezTo>
                  <a:pt x="9467" y="8390"/>
                  <a:pt x="10894" y="6928"/>
                  <a:pt x="12406" y="5551"/>
                </a:cubicBezTo>
                <a:cubicBezTo>
                  <a:pt x="13918" y="4157"/>
                  <a:pt x="15514" y="2628"/>
                  <a:pt x="17344" y="1654"/>
                </a:cubicBezTo>
                <a:cubicBezTo>
                  <a:pt x="18186" y="1196"/>
                  <a:pt x="19050" y="1011"/>
                  <a:pt x="19917" y="1011"/>
                </a:cubicBezTo>
                <a:cubicBezTo>
                  <a:pt x="21211" y="1011"/>
                  <a:pt x="22513" y="1423"/>
                  <a:pt x="23760" y="1956"/>
                </a:cubicBezTo>
                <a:cubicBezTo>
                  <a:pt x="25592" y="2729"/>
                  <a:pt x="27355" y="3653"/>
                  <a:pt x="29034" y="4728"/>
                </a:cubicBezTo>
                <a:cubicBezTo>
                  <a:pt x="32411" y="6861"/>
                  <a:pt x="35434" y="9582"/>
                  <a:pt x="37936" y="12706"/>
                </a:cubicBezTo>
                <a:cubicBezTo>
                  <a:pt x="39196" y="14285"/>
                  <a:pt x="40305" y="15998"/>
                  <a:pt x="41783" y="17375"/>
                </a:cubicBezTo>
                <a:cubicBezTo>
                  <a:pt x="43176" y="18669"/>
                  <a:pt x="44856" y="19491"/>
                  <a:pt x="46670" y="19995"/>
                </a:cubicBezTo>
                <a:cubicBezTo>
                  <a:pt x="50365" y="21020"/>
                  <a:pt x="54347" y="20785"/>
                  <a:pt x="57941" y="22212"/>
                </a:cubicBezTo>
                <a:cubicBezTo>
                  <a:pt x="61182" y="23522"/>
                  <a:pt x="63701" y="26109"/>
                  <a:pt x="66523" y="28091"/>
                </a:cubicBezTo>
                <a:cubicBezTo>
                  <a:pt x="67918" y="29065"/>
                  <a:pt x="69412" y="29922"/>
                  <a:pt x="71058" y="30393"/>
                </a:cubicBezTo>
                <a:cubicBezTo>
                  <a:pt x="71959" y="30649"/>
                  <a:pt x="72870" y="30757"/>
                  <a:pt x="73782" y="30757"/>
                </a:cubicBezTo>
                <a:cubicBezTo>
                  <a:pt x="74844" y="30757"/>
                  <a:pt x="75906" y="30610"/>
                  <a:pt x="76954" y="30375"/>
                </a:cubicBezTo>
                <a:cubicBezTo>
                  <a:pt x="79037" y="29905"/>
                  <a:pt x="81052" y="29150"/>
                  <a:pt x="83151" y="28830"/>
                </a:cubicBezTo>
                <a:cubicBezTo>
                  <a:pt x="83830" y="28732"/>
                  <a:pt x="84517" y="28684"/>
                  <a:pt x="85205" y="28684"/>
                </a:cubicBezTo>
                <a:cubicBezTo>
                  <a:pt x="86169" y="28684"/>
                  <a:pt x="87132" y="28779"/>
                  <a:pt x="88073" y="28964"/>
                </a:cubicBezTo>
                <a:cubicBezTo>
                  <a:pt x="91180" y="29586"/>
                  <a:pt x="94187" y="31199"/>
                  <a:pt x="95967" y="33920"/>
                </a:cubicBezTo>
                <a:cubicBezTo>
                  <a:pt x="96386" y="34558"/>
                  <a:pt x="96773" y="35246"/>
                  <a:pt x="97058" y="35969"/>
                </a:cubicBezTo>
                <a:cubicBezTo>
                  <a:pt x="97153" y="36206"/>
                  <a:pt x="97361" y="36312"/>
                  <a:pt x="97563" y="36312"/>
                </a:cubicBezTo>
                <a:cubicBezTo>
                  <a:pt x="97862" y="36312"/>
                  <a:pt x="98150" y="36081"/>
                  <a:pt x="98050" y="35700"/>
                </a:cubicBezTo>
                <a:cubicBezTo>
                  <a:pt x="97126" y="32458"/>
                  <a:pt x="94422" y="30124"/>
                  <a:pt x="91415" y="28847"/>
                </a:cubicBezTo>
                <a:cubicBezTo>
                  <a:pt x="89461" y="28013"/>
                  <a:pt x="87390" y="27616"/>
                  <a:pt x="85306" y="27616"/>
                </a:cubicBezTo>
                <a:cubicBezTo>
                  <a:pt x="83951" y="27616"/>
                  <a:pt x="82591" y="27784"/>
                  <a:pt x="81254" y="28108"/>
                </a:cubicBezTo>
                <a:cubicBezTo>
                  <a:pt x="79070" y="28628"/>
                  <a:pt x="76920" y="29452"/>
                  <a:pt x="74686" y="29654"/>
                </a:cubicBezTo>
                <a:cubicBezTo>
                  <a:pt x="74423" y="29674"/>
                  <a:pt x="74162" y="29685"/>
                  <a:pt x="73903" y="29685"/>
                </a:cubicBezTo>
                <a:cubicBezTo>
                  <a:pt x="72275" y="29685"/>
                  <a:pt x="70724" y="29281"/>
                  <a:pt x="69261" y="28528"/>
                </a:cubicBezTo>
                <a:cubicBezTo>
                  <a:pt x="66086" y="26882"/>
                  <a:pt x="63601" y="24228"/>
                  <a:pt x="60544" y="22398"/>
                </a:cubicBezTo>
                <a:cubicBezTo>
                  <a:pt x="58949" y="21424"/>
                  <a:pt x="57218" y="20785"/>
                  <a:pt x="55388" y="20398"/>
                </a:cubicBezTo>
                <a:cubicBezTo>
                  <a:pt x="53473" y="20013"/>
                  <a:pt x="51507" y="19861"/>
                  <a:pt x="49576" y="19559"/>
                </a:cubicBezTo>
                <a:cubicBezTo>
                  <a:pt x="47678" y="19256"/>
                  <a:pt x="45747" y="18819"/>
                  <a:pt x="44083" y="17845"/>
                </a:cubicBezTo>
                <a:cubicBezTo>
                  <a:pt x="42303" y="16788"/>
                  <a:pt x="41044" y="15124"/>
                  <a:pt x="39817" y="13496"/>
                </a:cubicBezTo>
                <a:cubicBezTo>
                  <a:pt x="37331" y="10220"/>
                  <a:pt x="34476" y="7315"/>
                  <a:pt x="31117" y="4930"/>
                </a:cubicBezTo>
                <a:cubicBezTo>
                  <a:pt x="29455" y="3754"/>
                  <a:pt x="27690" y="2713"/>
                  <a:pt x="25843" y="1822"/>
                </a:cubicBezTo>
                <a:cubicBezTo>
                  <a:pt x="24019" y="942"/>
                  <a:pt x="21997" y="1"/>
                  <a:pt x="199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3"/>
          <p:cNvSpPr/>
          <p:nvPr/>
        </p:nvSpPr>
        <p:spPr>
          <a:xfrm rot="10800000">
            <a:off x="8310933" y="109723"/>
            <a:ext cx="1587207" cy="841781"/>
          </a:xfrm>
          <a:custGeom>
            <a:avLst/>
            <a:gdLst/>
            <a:ahLst/>
            <a:cxnLst/>
            <a:rect l="l" t="t" r="r" b="b"/>
            <a:pathLst>
              <a:path w="42581" h="22583" extrusionOk="0">
                <a:moveTo>
                  <a:pt x="16841" y="0"/>
                </a:moveTo>
                <a:cubicBezTo>
                  <a:pt x="15788" y="0"/>
                  <a:pt x="14746" y="236"/>
                  <a:pt x="13759" y="702"/>
                </a:cubicBezTo>
                <a:cubicBezTo>
                  <a:pt x="12247" y="1408"/>
                  <a:pt x="10971" y="2550"/>
                  <a:pt x="9795" y="3708"/>
                </a:cubicBezTo>
                <a:cubicBezTo>
                  <a:pt x="6554" y="6899"/>
                  <a:pt x="3363" y="10175"/>
                  <a:pt x="221" y="13467"/>
                </a:cubicBezTo>
                <a:cubicBezTo>
                  <a:pt x="0" y="13702"/>
                  <a:pt x="214" y="14028"/>
                  <a:pt x="463" y="14028"/>
                </a:cubicBezTo>
                <a:cubicBezTo>
                  <a:pt x="534" y="14028"/>
                  <a:pt x="608" y="14001"/>
                  <a:pt x="676" y="13938"/>
                </a:cubicBezTo>
                <a:cubicBezTo>
                  <a:pt x="3581" y="11132"/>
                  <a:pt x="6420" y="8261"/>
                  <a:pt x="9258" y="5405"/>
                </a:cubicBezTo>
                <a:cubicBezTo>
                  <a:pt x="11335" y="3328"/>
                  <a:pt x="13701" y="860"/>
                  <a:pt x="16803" y="860"/>
                </a:cubicBezTo>
                <a:cubicBezTo>
                  <a:pt x="17038" y="860"/>
                  <a:pt x="17278" y="874"/>
                  <a:pt x="17521" y="904"/>
                </a:cubicBezTo>
                <a:cubicBezTo>
                  <a:pt x="19201" y="1105"/>
                  <a:pt x="20730" y="1945"/>
                  <a:pt x="22107" y="2868"/>
                </a:cubicBezTo>
                <a:cubicBezTo>
                  <a:pt x="23568" y="3860"/>
                  <a:pt x="24929" y="5002"/>
                  <a:pt x="26289" y="6144"/>
                </a:cubicBezTo>
                <a:cubicBezTo>
                  <a:pt x="28976" y="8429"/>
                  <a:pt x="31563" y="10847"/>
                  <a:pt x="33999" y="13400"/>
                </a:cubicBezTo>
                <a:cubicBezTo>
                  <a:pt x="35359" y="14827"/>
                  <a:pt x="36669" y="16289"/>
                  <a:pt x="37946" y="17801"/>
                </a:cubicBezTo>
                <a:cubicBezTo>
                  <a:pt x="38568" y="18556"/>
                  <a:pt x="39188" y="19329"/>
                  <a:pt x="39811" y="20101"/>
                </a:cubicBezTo>
                <a:cubicBezTo>
                  <a:pt x="40449" y="20891"/>
                  <a:pt x="41020" y="21765"/>
                  <a:pt x="41759" y="22453"/>
                </a:cubicBezTo>
                <a:cubicBezTo>
                  <a:pt x="41850" y="22544"/>
                  <a:pt x="41951" y="22582"/>
                  <a:pt x="42049" y="22582"/>
                </a:cubicBezTo>
                <a:cubicBezTo>
                  <a:pt x="42332" y="22582"/>
                  <a:pt x="42580" y="22261"/>
                  <a:pt x="42431" y="21949"/>
                </a:cubicBezTo>
                <a:cubicBezTo>
                  <a:pt x="42028" y="21126"/>
                  <a:pt x="41423" y="20421"/>
                  <a:pt x="40868" y="19716"/>
                </a:cubicBezTo>
                <a:cubicBezTo>
                  <a:pt x="40297" y="18977"/>
                  <a:pt x="39726" y="18271"/>
                  <a:pt x="39139" y="17566"/>
                </a:cubicBezTo>
                <a:cubicBezTo>
                  <a:pt x="37979" y="16171"/>
                  <a:pt x="36770" y="14794"/>
                  <a:pt x="35527" y="13467"/>
                </a:cubicBezTo>
                <a:cubicBezTo>
                  <a:pt x="33025" y="10814"/>
                  <a:pt x="30387" y="8294"/>
                  <a:pt x="27599" y="5959"/>
                </a:cubicBezTo>
                <a:cubicBezTo>
                  <a:pt x="26206" y="4783"/>
                  <a:pt x="24795" y="3641"/>
                  <a:pt x="23317" y="2583"/>
                </a:cubicBezTo>
                <a:cubicBezTo>
                  <a:pt x="21888" y="1576"/>
                  <a:pt x="20310" y="635"/>
                  <a:pt x="18580" y="215"/>
                </a:cubicBezTo>
                <a:cubicBezTo>
                  <a:pt x="18002" y="72"/>
                  <a:pt x="17420" y="0"/>
                  <a:pt x="168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3"/>
          <p:cNvSpPr/>
          <p:nvPr/>
        </p:nvSpPr>
        <p:spPr>
          <a:xfrm rot="10800000">
            <a:off x="8694862" y="273021"/>
            <a:ext cx="941343" cy="422699"/>
          </a:xfrm>
          <a:custGeom>
            <a:avLst/>
            <a:gdLst/>
            <a:ahLst/>
            <a:cxnLst/>
            <a:rect l="l" t="t" r="r" b="b"/>
            <a:pathLst>
              <a:path w="25254" h="11340" extrusionOk="0">
                <a:moveTo>
                  <a:pt x="10038" y="1"/>
                </a:moveTo>
                <a:cubicBezTo>
                  <a:pt x="8226" y="1"/>
                  <a:pt x="6461" y="823"/>
                  <a:pt x="4936" y="1717"/>
                </a:cubicBezTo>
                <a:cubicBezTo>
                  <a:pt x="3138" y="2776"/>
                  <a:pt x="1543" y="4169"/>
                  <a:pt x="215" y="5799"/>
                </a:cubicBezTo>
                <a:cubicBezTo>
                  <a:pt x="0" y="6078"/>
                  <a:pt x="235" y="6453"/>
                  <a:pt x="500" y="6453"/>
                </a:cubicBezTo>
                <a:cubicBezTo>
                  <a:pt x="586" y="6453"/>
                  <a:pt x="675" y="6414"/>
                  <a:pt x="753" y="6319"/>
                </a:cubicBezTo>
                <a:cubicBezTo>
                  <a:pt x="1912" y="4959"/>
                  <a:pt x="3256" y="3784"/>
                  <a:pt x="4768" y="2826"/>
                </a:cubicBezTo>
                <a:cubicBezTo>
                  <a:pt x="6313" y="1851"/>
                  <a:pt x="8143" y="928"/>
                  <a:pt x="9991" y="911"/>
                </a:cubicBezTo>
                <a:cubicBezTo>
                  <a:pt x="10003" y="911"/>
                  <a:pt x="10016" y="911"/>
                  <a:pt x="10029" y="911"/>
                </a:cubicBezTo>
                <a:cubicBezTo>
                  <a:pt x="11926" y="911"/>
                  <a:pt x="13494" y="2094"/>
                  <a:pt x="14946" y="3162"/>
                </a:cubicBezTo>
                <a:cubicBezTo>
                  <a:pt x="16525" y="4304"/>
                  <a:pt x="18037" y="5513"/>
                  <a:pt x="19497" y="6773"/>
                </a:cubicBezTo>
                <a:cubicBezTo>
                  <a:pt x="20321" y="7461"/>
                  <a:pt x="21110" y="8167"/>
                  <a:pt x="21900" y="8906"/>
                </a:cubicBezTo>
                <a:cubicBezTo>
                  <a:pt x="22706" y="9662"/>
                  <a:pt x="23461" y="10485"/>
                  <a:pt x="24301" y="11208"/>
                </a:cubicBezTo>
                <a:cubicBezTo>
                  <a:pt x="24405" y="11300"/>
                  <a:pt x="24517" y="11340"/>
                  <a:pt x="24622" y="11340"/>
                </a:cubicBezTo>
                <a:cubicBezTo>
                  <a:pt x="24974" y="11340"/>
                  <a:pt x="25254" y="10898"/>
                  <a:pt x="24957" y="10536"/>
                </a:cubicBezTo>
                <a:cubicBezTo>
                  <a:pt x="24301" y="9746"/>
                  <a:pt x="23512" y="9058"/>
                  <a:pt x="22773" y="8368"/>
                </a:cubicBezTo>
                <a:cubicBezTo>
                  <a:pt x="22034" y="7680"/>
                  <a:pt x="21278" y="6991"/>
                  <a:pt x="20522" y="6337"/>
                </a:cubicBezTo>
                <a:cubicBezTo>
                  <a:pt x="18977" y="5009"/>
                  <a:pt x="17365" y="3750"/>
                  <a:pt x="15719" y="2541"/>
                </a:cubicBezTo>
                <a:cubicBezTo>
                  <a:pt x="14156" y="1415"/>
                  <a:pt x="12510" y="189"/>
                  <a:pt x="10528" y="21"/>
                </a:cubicBezTo>
                <a:cubicBezTo>
                  <a:pt x="10364" y="7"/>
                  <a:pt x="10201" y="1"/>
                  <a:pt x="100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3"/>
          <p:cNvSpPr/>
          <p:nvPr/>
        </p:nvSpPr>
        <p:spPr>
          <a:xfrm>
            <a:off x="8485534" y="1547475"/>
            <a:ext cx="251536" cy="244997"/>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3"/>
          <p:cNvSpPr/>
          <p:nvPr/>
        </p:nvSpPr>
        <p:spPr>
          <a:xfrm>
            <a:off x="6282721" y="4868008"/>
            <a:ext cx="202993" cy="131442"/>
          </a:xfrm>
          <a:custGeom>
            <a:avLst/>
            <a:gdLst/>
            <a:ahLst/>
            <a:cxnLst/>
            <a:rect l="l" t="t" r="r" b="b"/>
            <a:pathLst>
              <a:path w="5606" h="3630" extrusionOk="0">
                <a:moveTo>
                  <a:pt x="1600" y="1"/>
                </a:moveTo>
                <a:cubicBezTo>
                  <a:pt x="1405" y="1"/>
                  <a:pt x="1228" y="25"/>
                  <a:pt x="1076" y="77"/>
                </a:cubicBezTo>
                <a:cubicBezTo>
                  <a:pt x="454" y="296"/>
                  <a:pt x="1" y="867"/>
                  <a:pt x="51" y="1875"/>
                </a:cubicBezTo>
                <a:cubicBezTo>
                  <a:pt x="105" y="2968"/>
                  <a:pt x="1520" y="3630"/>
                  <a:pt x="2785" y="3630"/>
                </a:cubicBezTo>
                <a:cubicBezTo>
                  <a:pt x="3503" y="3630"/>
                  <a:pt x="4172" y="3417"/>
                  <a:pt x="4518" y="2950"/>
                </a:cubicBezTo>
                <a:cubicBezTo>
                  <a:pt x="5605" y="1462"/>
                  <a:pt x="3107" y="1"/>
                  <a:pt x="16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3"/>
          <p:cNvSpPr/>
          <p:nvPr/>
        </p:nvSpPr>
        <p:spPr>
          <a:xfrm>
            <a:off x="169738" y="2109988"/>
            <a:ext cx="132725" cy="145375"/>
          </a:xfrm>
          <a:custGeom>
            <a:avLst/>
            <a:gdLst/>
            <a:ahLst/>
            <a:cxnLst/>
            <a:rect l="l" t="t" r="r" b="b"/>
            <a:pathLst>
              <a:path w="5309" h="5815" extrusionOk="0">
                <a:moveTo>
                  <a:pt x="3903" y="0"/>
                </a:moveTo>
                <a:cubicBezTo>
                  <a:pt x="3638" y="0"/>
                  <a:pt x="3353" y="143"/>
                  <a:pt x="3024" y="290"/>
                </a:cubicBezTo>
                <a:cubicBezTo>
                  <a:pt x="2184" y="643"/>
                  <a:pt x="689" y="1029"/>
                  <a:pt x="218" y="1869"/>
                </a:cubicBezTo>
                <a:cubicBezTo>
                  <a:pt x="34" y="2171"/>
                  <a:pt x="68" y="2525"/>
                  <a:pt x="68" y="2860"/>
                </a:cubicBezTo>
                <a:cubicBezTo>
                  <a:pt x="34" y="4187"/>
                  <a:pt x="1" y="5548"/>
                  <a:pt x="1629" y="5783"/>
                </a:cubicBezTo>
                <a:cubicBezTo>
                  <a:pt x="1770" y="5804"/>
                  <a:pt x="1920" y="5815"/>
                  <a:pt x="2075" y="5815"/>
                </a:cubicBezTo>
                <a:cubicBezTo>
                  <a:pt x="3154" y="5815"/>
                  <a:pt x="4479" y="5304"/>
                  <a:pt x="4905" y="4305"/>
                </a:cubicBezTo>
                <a:cubicBezTo>
                  <a:pt x="5308" y="3364"/>
                  <a:pt x="5174" y="1349"/>
                  <a:pt x="4619" y="492"/>
                </a:cubicBezTo>
                <a:cubicBezTo>
                  <a:pt x="4383" y="126"/>
                  <a:pt x="4152" y="0"/>
                  <a:pt x="39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p:nvPr/>
        </p:nvSpPr>
        <p:spPr>
          <a:xfrm rot="9899858">
            <a:off x="1909975" y="156279"/>
            <a:ext cx="385565" cy="197079"/>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00"/>
        <p:cNvGrpSpPr/>
        <p:nvPr/>
      </p:nvGrpSpPr>
      <p:grpSpPr>
        <a:xfrm>
          <a:off x="0" y="0"/>
          <a:ext cx="0" cy="0"/>
          <a:chOff x="0" y="0"/>
          <a:chExt cx="0" cy="0"/>
        </a:xfrm>
      </p:grpSpPr>
      <p:sp>
        <p:nvSpPr>
          <p:cNvPr id="101" name="Google Shape;101;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2" name="Google Shape;102;p14"/>
          <p:cNvSpPr txBox="1">
            <a:spLocks noGrp="1"/>
          </p:cNvSpPr>
          <p:nvPr>
            <p:ph type="title" idx="2" hasCustomPrompt="1"/>
          </p:nvPr>
        </p:nvSpPr>
        <p:spPr>
          <a:xfrm>
            <a:off x="1023225" y="1386021"/>
            <a:ext cx="734700" cy="6789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4"/>
          <p:cNvSpPr txBox="1">
            <a:spLocks noGrp="1"/>
          </p:cNvSpPr>
          <p:nvPr>
            <p:ph type="title" idx="3" hasCustomPrompt="1"/>
          </p:nvPr>
        </p:nvSpPr>
        <p:spPr>
          <a:xfrm>
            <a:off x="4928175" y="1385904"/>
            <a:ext cx="734700" cy="6789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4"/>
          <p:cNvSpPr txBox="1">
            <a:spLocks noGrp="1"/>
          </p:cNvSpPr>
          <p:nvPr>
            <p:ph type="title" idx="4" hasCustomPrompt="1"/>
          </p:nvPr>
        </p:nvSpPr>
        <p:spPr>
          <a:xfrm>
            <a:off x="1023225" y="2530074"/>
            <a:ext cx="734700" cy="6789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4"/>
          <p:cNvSpPr txBox="1">
            <a:spLocks noGrp="1"/>
          </p:cNvSpPr>
          <p:nvPr>
            <p:ph type="title" idx="5" hasCustomPrompt="1"/>
          </p:nvPr>
        </p:nvSpPr>
        <p:spPr>
          <a:xfrm>
            <a:off x="4928175" y="2530080"/>
            <a:ext cx="734700" cy="6789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4"/>
          <p:cNvSpPr txBox="1">
            <a:spLocks noGrp="1"/>
          </p:cNvSpPr>
          <p:nvPr>
            <p:ph type="title" idx="6" hasCustomPrompt="1"/>
          </p:nvPr>
        </p:nvSpPr>
        <p:spPr>
          <a:xfrm>
            <a:off x="1023225" y="3674121"/>
            <a:ext cx="734700" cy="6789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4"/>
          <p:cNvSpPr txBox="1">
            <a:spLocks noGrp="1"/>
          </p:cNvSpPr>
          <p:nvPr>
            <p:ph type="title" idx="7" hasCustomPrompt="1"/>
          </p:nvPr>
        </p:nvSpPr>
        <p:spPr>
          <a:xfrm>
            <a:off x="4928175" y="3674255"/>
            <a:ext cx="734700" cy="6789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4"/>
          <p:cNvSpPr txBox="1">
            <a:spLocks noGrp="1"/>
          </p:cNvSpPr>
          <p:nvPr>
            <p:ph type="subTitle" idx="1"/>
          </p:nvPr>
        </p:nvSpPr>
        <p:spPr>
          <a:xfrm>
            <a:off x="1910325" y="1385900"/>
            <a:ext cx="2305500" cy="67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Raleway"/>
              <a:buNone/>
              <a:defRPr sz="1800" b="1">
                <a:solidFill>
                  <a:schemeClr val="dk1"/>
                </a:solidFill>
                <a:latin typeface="Domine"/>
                <a:ea typeface="Domine"/>
                <a:cs typeface="Domine"/>
                <a:sym typeface="Domine"/>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09" name="Google Shape;109;p14"/>
          <p:cNvSpPr txBox="1">
            <a:spLocks noGrp="1"/>
          </p:cNvSpPr>
          <p:nvPr>
            <p:ph type="subTitle" idx="8"/>
          </p:nvPr>
        </p:nvSpPr>
        <p:spPr>
          <a:xfrm>
            <a:off x="1910325" y="2530075"/>
            <a:ext cx="2305500" cy="67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Raleway"/>
              <a:buNone/>
              <a:defRPr sz="1800" b="1">
                <a:solidFill>
                  <a:schemeClr val="dk1"/>
                </a:solidFill>
                <a:latin typeface="Domine"/>
                <a:ea typeface="Domine"/>
                <a:cs typeface="Domine"/>
                <a:sym typeface="Domine"/>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10" name="Google Shape;110;p14"/>
          <p:cNvSpPr txBox="1">
            <a:spLocks noGrp="1"/>
          </p:cNvSpPr>
          <p:nvPr>
            <p:ph type="subTitle" idx="9"/>
          </p:nvPr>
        </p:nvSpPr>
        <p:spPr>
          <a:xfrm>
            <a:off x="1910325" y="3674125"/>
            <a:ext cx="2305500" cy="67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Raleway"/>
              <a:buNone/>
              <a:defRPr sz="1800" b="1">
                <a:solidFill>
                  <a:schemeClr val="dk1"/>
                </a:solidFill>
                <a:latin typeface="Domine"/>
                <a:ea typeface="Domine"/>
                <a:cs typeface="Domine"/>
                <a:sym typeface="Domine"/>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11" name="Google Shape;111;p14"/>
          <p:cNvSpPr txBox="1">
            <a:spLocks noGrp="1"/>
          </p:cNvSpPr>
          <p:nvPr>
            <p:ph type="subTitle" idx="13"/>
          </p:nvPr>
        </p:nvSpPr>
        <p:spPr>
          <a:xfrm>
            <a:off x="5815275" y="1386025"/>
            <a:ext cx="2305500" cy="67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Raleway"/>
              <a:buNone/>
              <a:defRPr sz="1800" b="1">
                <a:solidFill>
                  <a:schemeClr val="dk1"/>
                </a:solidFill>
                <a:latin typeface="Domine"/>
                <a:ea typeface="Domine"/>
                <a:cs typeface="Domine"/>
                <a:sym typeface="Domine"/>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12" name="Google Shape;112;p14"/>
          <p:cNvSpPr txBox="1">
            <a:spLocks noGrp="1"/>
          </p:cNvSpPr>
          <p:nvPr>
            <p:ph type="subTitle" idx="14"/>
          </p:nvPr>
        </p:nvSpPr>
        <p:spPr>
          <a:xfrm>
            <a:off x="5815275" y="2530075"/>
            <a:ext cx="2305500" cy="67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Raleway"/>
              <a:buNone/>
              <a:defRPr sz="1800" b="1">
                <a:solidFill>
                  <a:schemeClr val="dk1"/>
                </a:solidFill>
                <a:latin typeface="Domine"/>
                <a:ea typeface="Domine"/>
                <a:cs typeface="Domine"/>
                <a:sym typeface="Domine"/>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13" name="Google Shape;113;p14"/>
          <p:cNvSpPr txBox="1">
            <a:spLocks noGrp="1"/>
          </p:cNvSpPr>
          <p:nvPr>
            <p:ph type="subTitle" idx="15"/>
          </p:nvPr>
        </p:nvSpPr>
        <p:spPr>
          <a:xfrm>
            <a:off x="5815275" y="3674125"/>
            <a:ext cx="2305500" cy="678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Raleway"/>
              <a:buNone/>
              <a:defRPr sz="1800" b="1">
                <a:solidFill>
                  <a:schemeClr val="dk1"/>
                </a:solidFill>
                <a:latin typeface="Domine"/>
                <a:ea typeface="Domine"/>
                <a:cs typeface="Domine"/>
                <a:sym typeface="Domine"/>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14" name="Google Shape;114;p14"/>
          <p:cNvSpPr/>
          <p:nvPr/>
        </p:nvSpPr>
        <p:spPr>
          <a:xfrm rot="10800000">
            <a:off x="-1849425" y="3953750"/>
            <a:ext cx="6408654" cy="1604093"/>
          </a:xfrm>
          <a:custGeom>
            <a:avLst/>
            <a:gdLst/>
            <a:ahLst/>
            <a:cxnLst/>
            <a:rect l="l" t="t" r="r" b="b"/>
            <a:pathLst>
              <a:path w="168549" h="42188" extrusionOk="0">
                <a:moveTo>
                  <a:pt x="88151" y="1"/>
                </a:moveTo>
                <a:cubicBezTo>
                  <a:pt x="83529" y="1"/>
                  <a:pt x="78913" y="330"/>
                  <a:pt x="74340" y="1011"/>
                </a:cubicBezTo>
                <a:cubicBezTo>
                  <a:pt x="71400" y="1465"/>
                  <a:pt x="68293" y="1952"/>
                  <a:pt x="66025" y="4018"/>
                </a:cubicBezTo>
                <a:cubicBezTo>
                  <a:pt x="64883" y="5060"/>
                  <a:pt x="64027" y="6336"/>
                  <a:pt x="62919" y="7394"/>
                </a:cubicBezTo>
                <a:cubicBezTo>
                  <a:pt x="61810" y="8452"/>
                  <a:pt x="60449" y="9158"/>
                  <a:pt x="59005" y="9628"/>
                </a:cubicBezTo>
                <a:cubicBezTo>
                  <a:pt x="55914" y="10636"/>
                  <a:pt x="52539" y="10838"/>
                  <a:pt x="49330" y="11257"/>
                </a:cubicBezTo>
                <a:cubicBezTo>
                  <a:pt x="45736" y="11727"/>
                  <a:pt x="42159" y="12181"/>
                  <a:pt x="38580" y="12651"/>
                </a:cubicBezTo>
                <a:cubicBezTo>
                  <a:pt x="31358" y="13608"/>
                  <a:pt x="24136" y="14549"/>
                  <a:pt x="16914" y="15489"/>
                </a:cubicBezTo>
                <a:cubicBezTo>
                  <a:pt x="13001" y="16011"/>
                  <a:pt x="9053" y="16414"/>
                  <a:pt x="5156" y="17035"/>
                </a:cubicBezTo>
                <a:cubicBezTo>
                  <a:pt x="2990" y="17388"/>
                  <a:pt x="168" y="18345"/>
                  <a:pt x="17" y="20915"/>
                </a:cubicBezTo>
                <a:cubicBezTo>
                  <a:pt x="1" y="21150"/>
                  <a:pt x="202" y="21285"/>
                  <a:pt x="404" y="21318"/>
                </a:cubicBezTo>
                <a:cubicBezTo>
                  <a:pt x="5442" y="21822"/>
                  <a:pt x="10515" y="21889"/>
                  <a:pt x="15570" y="21905"/>
                </a:cubicBezTo>
                <a:cubicBezTo>
                  <a:pt x="20693" y="21905"/>
                  <a:pt x="25833" y="21923"/>
                  <a:pt x="30955" y="21923"/>
                </a:cubicBezTo>
                <a:cubicBezTo>
                  <a:pt x="41234" y="21939"/>
                  <a:pt x="51497" y="21957"/>
                  <a:pt x="61777" y="21973"/>
                </a:cubicBezTo>
                <a:cubicBezTo>
                  <a:pt x="63217" y="21973"/>
                  <a:pt x="64658" y="21962"/>
                  <a:pt x="66096" y="21962"/>
                </a:cubicBezTo>
                <a:cubicBezTo>
                  <a:pt x="67189" y="21962"/>
                  <a:pt x="68280" y="21968"/>
                  <a:pt x="69368" y="21990"/>
                </a:cubicBezTo>
                <a:cubicBezTo>
                  <a:pt x="70560" y="22024"/>
                  <a:pt x="71753" y="22073"/>
                  <a:pt x="72912" y="22360"/>
                </a:cubicBezTo>
                <a:cubicBezTo>
                  <a:pt x="74172" y="22645"/>
                  <a:pt x="75281" y="23233"/>
                  <a:pt x="76389" y="23887"/>
                </a:cubicBezTo>
                <a:cubicBezTo>
                  <a:pt x="80033" y="26088"/>
                  <a:pt x="83796" y="27515"/>
                  <a:pt x="87995" y="28187"/>
                </a:cubicBezTo>
                <a:cubicBezTo>
                  <a:pt x="96444" y="29531"/>
                  <a:pt x="105111" y="28406"/>
                  <a:pt x="113525" y="30001"/>
                </a:cubicBezTo>
                <a:cubicBezTo>
                  <a:pt x="115222" y="30321"/>
                  <a:pt x="119403" y="30959"/>
                  <a:pt x="117304" y="33528"/>
                </a:cubicBezTo>
                <a:cubicBezTo>
                  <a:pt x="116178" y="34906"/>
                  <a:pt x="114449" y="35477"/>
                  <a:pt x="112770" y="35830"/>
                </a:cubicBezTo>
                <a:cubicBezTo>
                  <a:pt x="109460" y="36552"/>
                  <a:pt x="105581" y="36518"/>
                  <a:pt x="103061" y="39138"/>
                </a:cubicBezTo>
                <a:cubicBezTo>
                  <a:pt x="102893" y="39324"/>
                  <a:pt x="102860" y="39676"/>
                  <a:pt x="103061" y="39861"/>
                </a:cubicBezTo>
                <a:cubicBezTo>
                  <a:pt x="105269" y="41755"/>
                  <a:pt x="108076" y="42188"/>
                  <a:pt x="110880" y="42188"/>
                </a:cubicBezTo>
                <a:cubicBezTo>
                  <a:pt x="111832" y="42188"/>
                  <a:pt x="112783" y="42138"/>
                  <a:pt x="113710" y="42078"/>
                </a:cubicBezTo>
                <a:cubicBezTo>
                  <a:pt x="118698" y="41776"/>
                  <a:pt x="123670" y="41440"/>
                  <a:pt x="128659" y="41120"/>
                </a:cubicBezTo>
                <a:cubicBezTo>
                  <a:pt x="138232" y="40516"/>
                  <a:pt x="147941" y="40247"/>
                  <a:pt x="157447" y="38820"/>
                </a:cubicBezTo>
                <a:cubicBezTo>
                  <a:pt x="160034" y="38433"/>
                  <a:pt x="162670" y="37895"/>
                  <a:pt x="165189" y="37156"/>
                </a:cubicBezTo>
                <a:cubicBezTo>
                  <a:pt x="166634" y="36720"/>
                  <a:pt x="168549" y="35729"/>
                  <a:pt x="168331" y="33932"/>
                </a:cubicBezTo>
                <a:cubicBezTo>
                  <a:pt x="168314" y="33781"/>
                  <a:pt x="168230" y="33579"/>
                  <a:pt x="168045" y="33546"/>
                </a:cubicBezTo>
                <a:cubicBezTo>
                  <a:pt x="165409" y="33107"/>
                  <a:pt x="162764" y="32963"/>
                  <a:pt x="160115" y="32963"/>
                </a:cubicBezTo>
                <a:cubicBezTo>
                  <a:pt x="155874" y="32963"/>
                  <a:pt x="151624" y="33331"/>
                  <a:pt x="147386" y="33445"/>
                </a:cubicBezTo>
                <a:cubicBezTo>
                  <a:pt x="146731" y="33462"/>
                  <a:pt x="145944" y="33548"/>
                  <a:pt x="145168" y="33548"/>
                </a:cubicBezTo>
                <a:cubicBezTo>
                  <a:pt x="144373" y="33548"/>
                  <a:pt x="143589" y="33457"/>
                  <a:pt x="142969" y="33109"/>
                </a:cubicBezTo>
                <a:cubicBezTo>
                  <a:pt x="142246" y="32689"/>
                  <a:pt x="142212" y="31916"/>
                  <a:pt x="142230" y="31143"/>
                </a:cubicBezTo>
                <a:cubicBezTo>
                  <a:pt x="142246" y="30455"/>
                  <a:pt x="142246" y="29784"/>
                  <a:pt x="142112" y="29094"/>
                </a:cubicBezTo>
                <a:cubicBezTo>
                  <a:pt x="141608" y="26608"/>
                  <a:pt x="139744" y="24526"/>
                  <a:pt x="137577" y="23300"/>
                </a:cubicBezTo>
                <a:cubicBezTo>
                  <a:pt x="134907" y="21805"/>
                  <a:pt x="131783" y="21435"/>
                  <a:pt x="128776" y="21251"/>
                </a:cubicBezTo>
                <a:cubicBezTo>
                  <a:pt x="125450" y="21050"/>
                  <a:pt x="122124" y="21032"/>
                  <a:pt x="118799" y="20982"/>
                </a:cubicBezTo>
                <a:cubicBezTo>
                  <a:pt x="115390" y="20915"/>
                  <a:pt x="111963" y="20797"/>
                  <a:pt x="108587" y="20277"/>
                </a:cubicBezTo>
                <a:cubicBezTo>
                  <a:pt x="105328" y="19773"/>
                  <a:pt x="102222" y="18815"/>
                  <a:pt x="99147" y="17673"/>
                </a:cubicBezTo>
                <a:cubicBezTo>
                  <a:pt x="96158" y="16564"/>
                  <a:pt x="93168" y="15372"/>
                  <a:pt x="90028" y="14734"/>
                </a:cubicBezTo>
                <a:cubicBezTo>
                  <a:pt x="87861" y="14305"/>
                  <a:pt x="85670" y="14212"/>
                  <a:pt x="83472" y="14212"/>
                </a:cubicBezTo>
                <a:cubicBezTo>
                  <a:pt x="82484" y="14212"/>
                  <a:pt x="81494" y="14231"/>
                  <a:pt x="80504" y="14246"/>
                </a:cubicBezTo>
                <a:cubicBezTo>
                  <a:pt x="79955" y="14258"/>
                  <a:pt x="79406" y="14265"/>
                  <a:pt x="78858" y="14265"/>
                </a:cubicBezTo>
                <a:cubicBezTo>
                  <a:pt x="77760" y="14265"/>
                  <a:pt x="76663" y="14235"/>
                  <a:pt x="75566" y="14146"/>
                </a:cubicBezTo>
                <a:cubicBezTo>
                  <a:pt x="74071" y="14029"/>
                  <a:pt x="72106" y="13911"/>
                  <a:pt x="70779" y="13122"/>
                </a:cubicBezTo>
                <a:cubicBezTo>
                  <a:pt x="70410" y="12920"/>
                  <a:pt x="70124" y="12685"/>
                  <a:pt x="70325" y="12265"/>
                </a:cubicBezTo>
                <a:cubicBezTo>
                  <a:pt x="70493" y="11946"/>
                  <a:pt x="70880" y="11745"/>
                  <a:pt x="71182" y="11559"/>
                </a:cubicBezTo>
                <a:cubicBezTo>
                  <a:pt x="71854" y="11122"/>
                  <a:pt x="72542" y="10753"/>
                  <a:pt x="73265" y="10417"/>
                </a:cubicBezTo>
                <a:cubicBezTo>
                  <a:pt x="74642" y="9763"/>
                  <a:pt x="76120" y="9292"/>
                  <a:pt x="77599" y="8923"/>
                </a:cubicBezTo>
                <a:cubicBezTo>
                  <a:pt x="80622" y="8184"/>
                  <a:pt x="83746" y="7881"/>
                  <a:pt x="86852" y="7646"/>
                </a:cubicBezTo>
                <a:cubicBezTo>
                  <a:pt x="90263" y="7378"/>
                  <a:pt x="93689" y="7259"/>
                  <a:pt x="97116" y="7210"/>
                </a:cubicBezTo>
                <a:cubicBezTo>
                  <a:pt x="97771" y="7203"/>
                  <a:pt x="98427" y="7200"/>
                  <a:pt x="99083" y="7200"/>
                </a:cubicBezTo>
                <a:cubicBezTo>
                  <a:pt x="105310" y="7200"/>
                  <a:pt x="111525" y="7475"/>
                  <a:pt x="117741" y="7763"/>
                </a:cubicBezTo>
                <a:cubicBezTo>
                  <a:pt x="125154" y="8112"/>
                  <a:pt x="132603" y="8507"/>
                  <a:pt x="140040" y="8507"/>
                </a:cubicBezTo>
                <a:cubicBezTo>
                  <a:pt x="146201" y="8507"/>
                  <a:pt x="152353" y="8236"/>
                  <a:pt x="158471" y="7445"/>
                </a:cubicBezTo>
                <a:cubicBezTo>
                  <a:pt x="160117" y="7226"/>
                  <a:pt x="161747" y="6991"/>
                  <a:pt x="163376" y="6706"/>
                </a:cubicBezTo>
                <a:cubicBezTo>
                  <a:pt x="164061" y="6578"/>
                  <a:pt x="163824" y="5604"/>
                  <a:pt x="163196" y="5604"/>
                </a:cubicBezTo>
                <a:cubicBezTo>
                  <a:pt x="163162" y="5604"/>
                  <a:pt x="163127" y="5607"/>
                  <a:pt x="163091" y="5613"/>
                </a:cubicBezTo>
                <a:cubicBezTo>
                  <a:pt x="155426" y="6949"/>
                  <a:pt x="147686" y="7371"/>
                  <a:pt x="139934" y="7371"/>
                </a:cubicBezTo>
                <a:cubicBezTo>
                  <a:pt x="133552" y="7371"/>
                  <a:pt x="127161" y="7085"/>
                  <a:pt x="120798" y="6789"/>
                </a:cubicBezTo>
                <a:cubicBezTo>
                  <a:pt x="113777" y="6453"/>
                  <a:pt x="106739" y="6084"/>
                  <a:pt x="99685" y="6084"/>
                </a:cubicBezTo>
                <a:cubicBezTo>
                  <a:pt x="99340" y="6083"/>
                  <a:pt x="98995" y="6082"/>
                  <a:pt x="98650" y="6082"/>
                </a:cubicBezTo>
                <a:cubicBezTo>
                  <a:pt x="92243" y="6082"/>
                  <a:pt x="85690" y="6246"/>
                  <a:pt x="79379" y="7394"/>
                </a:cubicBezTo>
                <a:cubicBezTo>
                  <a:pt x="76439" y="7931"/>
                  <a:pt x="73534" y="8805"/>
                  <a:pt x="70963" y="10350"/>
                </a:cubicBezTo>
                <a:cubicBezTo>
                  <a:pt x="70056" y="10921"/>
                  <a:pt x="68713" y="11693"/>
                  <a:pt x="69167" y="12987"/>
                </a:cubicBezTo>
                <a:cubicBezTo>
                  <a:pt x="69570" y="14130"/>
                  <a:pt x="71048" y="14499"/>
                  <a:pt x="72089" y="14750"/>
                </a:cubicBezTo>
                <a:cubicBezTo>
                  <a:pt x="74302" y="15283"/>
                  <a:pt x="76571" y="15393"/>
                  <a:pt x="78841" y="15393"/>
                </a:cubicBezTo>
                <a:cubicBezTo>
                  <a:pt x="79861" y="15393"/>
                  <a:pt x="80882" y="15371"/>
                  <a:pt x="81898" y="15355"/>
                </a:cubicBezTo>
                <a:cubicBezTo>
                  <a:pt x="82350" y="15346"/>
                  <a:pt x="82800" y="15341"/>
                  <a:pt x="83248" y="15341"/>
                </a:cubicBezTo>
                <a:cubicBezTo>
                  <a:pt x="86231" y="15341"/>
                  <a:pt x="89137" y="15565"/>
                  <a:pt x="92043" y="16396"/>
                </a:cubicBezTo>
                <a:cubicBezTo>
                  <a:pt x="95234" y="17303"/>
                  <a:pt x="98274" y="18613"/>
                  <a:pt x="101398" y="19672"/>
                </a:cubicBezTo>
                <a:cubicBezTo>
                  <a:pt x="104589" y="20747"/>
                  <a:pt x="107881" y="21402"/>
                  <a:pt x="111240" y="21738"/>
                </a:cubicBezTo>
                <a:cubicBezTo>
                  <a:pt x="114651" y="22057"/>
                  <a:pt x="118077" y="22107"/>
                  <a:pt x="121486" y="22141"/>
                </a:cubicBezTo>
                <a:cubicBezTo>
                  <a:pt x="124946" y="22192"/>
                  <a:pt x="128457" y="22158"/>
                  <a:pt x="131884" y="22645"/>
                </a:cubicBezTo>
                <a:cubicBezTo>
                  <a:pt x="134923" y="23099"/>
                  <a:pt x="138081" y="24190"/>
                  <a:pt x="139946" y="26810"/>
                </a:cubicBezTo>
                <a:cubicBezTo>
                  <a:pt x="140802" y="28019"/>
                  <a:pt x="141238" y="29380"/>
                  <a:pt x="141205" y="30875"/>
                </a:cubicBezTo>
                <a:cubicBezTo>
                  <a:pt x="141171" y="32101"/>
                  <a:pt x="141272" y="33327"/>
                  <a:pt x="142465" y="33999"/>
                </a:cubicBezTo>
                <a:cubicBezTo>
                  <a:pt x="143199" y="34404"/>
                  <a:pt x="144054" y="34488"/>
                  <a:pt x="144905" y="34488"/>
                </a:cubicBezTo>
                <a:cubicBezTo>
                  <a:pt x="145359" y="34488"/>
                  <a:pt x="145811" y="34465"/>
                  <a:pt x="146243" y="34453"/>
                </a:cubicBezTo>
                <a:cubicBezTo>
                  <a:pt x="148041" y="34402"/>
                  <a:pt x="149838" y="34301"/>
                  <a:pt x="151652" y="34184"/>
                </a:cubicBezTo>
                <a:cubicBezTo>
                  <a:pt x="154699" y="33984"/>
                  <a:pt x="157758" y="33759"/>
                  <a:pt x="160829" y="33759"/>
                </a:cubicBezTo>
                <a:cubicBezTo>
                  <a:pt x="161364" y="33759"/>
                  <a:pt x="161899" y="33766"/>
                  <a:pt x="162435" y="33781"/>
                </a:cubicBezTo>
                <a:cubicBezTo>
                  <a:pt x="164148" y="33831"/>
                  <a:pt x="165861" y="33999"/>
                  <a:pt x="167558" y="34267"/>
                </a:cubicBezTo>
                <a:cubicBezTo>
                  <a:pt x="167440" y="35947"/>
                  <a:pt x="164820" y="36451"/>
                  <a:pt x="163510" y="36737"/>
                </a:cubicBezTo>
                <a:cubicBezTo>
                  <a:pt x="161377" y="37224"/>
                  <a:pt x="159210" y="37727"/>
                  <a:pt x="157010" y="37879"/>
                </a:cubicBezTo>
                <a:cubicBezTo>
                  <a:pt x="150610" y="38282"/>
                  <a:pt x="147352" y="38769"/>
                  <a:pt x="143523" y="39156"/>
                </a:cubicBezTo>
                <a:cubicBezTo>
                  <a:pt x="134504" y="40063"/>
                  <a:pt x="125416" y="40314"/>
                  <a:pt x="116364" y="40885"/>
                </a:cubicBezTo>
                <a:cubicBezTo>
                  <a:pt x="114652" y="40996"/>
                  <a:pt x="112746" y="41214"/>
                  <a:pt x="110860" y="41214"/>
                </a:cubicBezTo>
                <a:cubicBezTo>
                  <a:pt x="108453" y="41214"/>
                  <a:pt x="106079" y="40859"/>
                  <a:pt x="104186" y="39474"/>
                </a:cubicBezTo>
                <a:cubicBezTo>
                  <a:pt x="106555" y="37392"/>
                  <a:pt x="110098" y="37425"/>
                  <a:pt x="113038" y="36787"/>
                </a:cubicBezTo>
                <a:cubicBezTo>
                  <a:pt x="114499" y="36468"/>
                  <a:pt x="115977" y="35981"/>
                  <a:pt x="117170" y="35006"/>
                </a:cubicBezTo>
                <a:cubicBezTo>
                  <a:pt x="118328" y="34083"/>
                  <a:pt x="119538" y="32386"/>
                  <a:pt x="118463" y="30959"/>
                </a:cubicBezTo>
                <a:cubicBezTo>
                  <a:pt x="117405" y="29531"/>
                  <a:pt x="115104" y="29313"/>
                  <a:pt x="113509" y="29027"/>
                </a:cubicBezTo>
                <a:cubicBezTo>
                  <a:pt x="111459" y="28658"/>
                  <a:pt x="109377" y="28440"/>
                  <a:pt x="107310" y="28305"/>
                </a:cubicBezTo>
                <a:cubicBezTo>
                  <a:pt x="102826" y="28019"/>
                  <a:pt x="98341" y="28104"/>
                  <a:pt x="93857" y="27851"/>
                </a:cubicBezTo>
                <a:cubicBezTo>
                  <a:pt x="89439" y="27616"/>
                  <a:pt x="84938" y="27012"/>
                  <a:pt x="80839" y="25265"/>
                </a:cubicBezTo>
                <a:cubicBezTo>
                  <a:pt x="78707" y="24342"/>
                  <a:pt x="76842" y="22897"/>
                  <a:pt x="74692" y="22006"/>
                </a:cubicBezTo>
                <a:cubicBezTo>
                  <a:pt x="72627" y="21133"/>
                  <a:pt x="70359" y="21117"/>
                  <a:pt x="68142" y="21117"/>
                </a:cubicBezTo>
                <a:cubicBezTo>
                  <a:pt x="64570" y="21122"/>
                  <a:pt x="60996" y="21124"/>
                  <a:pt x="57422" y="21124"/>
                </a:cubicBezTo>
                <a:cubicBezTo>
                  <a:pt x="50273" y="21124"/>
                  <a:pt x="43122" y="21117"/>
                  <a:pt x="35978" y="21117"/>
                </a:cubicBezTo>
                <a:cubicBezTo>
                  <a:pt x="30066" y="21117"/>
                  <a:pt x="24136" y="21117"/>
                  <a:pt x="18224" y="21099"/>
                </a:cubicBezTo>
                <a:cubicBezTo>
                  <a:pt x="17880" y="21099"/>
                  <a:pt x="17537" y="21099"/>
                  <a:pt x="17194" y="21099"/>
                </a:cubicBezTo>
                <a:cubicBezTo>
                  <a:pt x="11743" y="21099"/>
                  <a:pt x="6292" y="21084"/>
                  <a:pt x="856" y="20562"/>
                </a:cubicBezTo>
                <a:cubicBezTo>
                  <a:pt x="1344" y="18143"/>
                  <a:pt x="5055" y="17841"/>
                  <a:pt x="6988" y="17590"/>
                </a:cubicBezTo>
                <a:cubicBezTo>
                  <a:pt x="10414" y="17135"/>
                  <a:pt x="13823" y="16699"/>
                  <a:pt x="17249" y="16246"/>
                </a:cubicBezTo>
                <a:cubicBezTo>
                  <a:pt x="24237" y="15339"/>
                  <a:pt x="31241" y="14414"/>
                  <a:pt x="38245" y="13507"/>
                </a:cubicBezTo>
                <a:cubicBezTo>
                  <a:pt x="41722" y="13055"/>
                  <a:pt x="45182" y="12584"/>
                  <a:pt x="48658" y="12130"/>
                </a:cubicBezTo>
                <a:cubicBezTo>
                  <a:pt x="51699" y="11727"/>
                  <a:pt x="54823" y="11492"/>
                  <a:pt x="57813" y="10770"/>
                </a:cubicBezTo>
                <a:cubicBezTo>
                  <a:pt x="60550" y="10115"/>
                  <a:pt x="62751" y="8856"/>
                  <a:pt x="64598" y="6722"/>
                </a:cubicBezTo>
                <a:cubicBezTo>
                  <a:pt x="65606" y="5546"/>
                  <a:pt x="66563" y="4337"/>
                  <a:pt x="67924" y="3548"/>
                </a:cubicBezTo>
                <a:cubicBezTo>
                  <a:pt x="69268" y="2775"/>
                  <a:pt x="70795" y="2388"/>
                  <a:pt x="72307" y="2104"/>
                </a:cubicBezTo>
                <a:cubicBezTo>
                  <a:pt x="78043" y="1010"/>
                  <a:pt x="83962" y="532"/>
                  <a:pt x="89837" y="532"/>
                </a:cubicBezTo>
                <a:cubicBezTo>
                  <a:pt x="91721" y="532"/>
                  <a:pt x="93601" y="582"/>
                  <a:pt x="95470" y="675"/>
                </a:cubicBezTo>
                <a:cubicBezTo>
                  <a:pt x="95475" y="676"/>
                  <a:pt x="95481" y="676"/>
                  <a:pt x="95486" y="676"/>
                </a:cubicBezTo>
                <a:cubicBezTo>
                  <a:pt x="95738" y="676"/>
                  <a:pt x="95733" y="289"/>
                  <a:pt x="95470" y="272"/>
                </a:cubicBezTo>
                <a:cubicBezTo>
                  <a:pt x="93032" y="92"/>
                  <a:pt x="90591" y="1"/>
                  <a:pt x="88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4"/>
          <p:cNvSpPr/>
          <p:nvPr/>
        </p:nvSpPr>
        <p:spPr>
          <a:xfrm rot="10800000">
            <a:off x="5784754" y="4862014"/>
            <a:ext cx="1407908" cy="380250"/>
          </a:xfrm>
          <a:custGeom>
            <a:avLst/>
            <a:gdLst/>
            <a:ahLst/>
            <a:cxnLst/>
            <a:rect l="l" t="t" r="r" b="b"/>
            <a:pathLst>
              <a:path w="49448" h="13355" extrusionOk="0">
                <a:moveTo>
                  <a:pt x="43437" y="1"/>
                </a:moveTo>
                <a:cubicBezTo>
                  <a:pt x="41404" y="1"/>
                  <a:pt x="39376" y="190"/>
                  <a:pt x="37338" y="289"/>
                </a:cubicBezTo>
                <a:cubicBezTo>
                  <a:pt x="36566" y="327"/>
                  <a:pt x="35791" y="339"/>
                  <a:pt x="35016" y="339"/>
                </a:cubicBezTo>
                <a:cubicBezTo>
                  <a:pt x="33734" y="339"/>
                  <a:pt x="32450" y="307"/>
                  <a:pt x="31174" y="307"/>
                </a:cubicBezTo>
                <a:cubicBezTo>
                  <a:pt x="30042" y="307"/>
                  <a:pt x="28906" y="281"/>
                  <a:pt x="27772" y="281"/>
                </a:cubicBezTo>
                <a:cubicBezTo>
                  <a:pt x="26483" y="281"/>
                  <a:pt x="25196" y="314"/>
                  <a:pt x="23918" y="457"/>
                </a:cubicBezTo>
                <a:cubicBezTo>
                  <a:pt x="21718" y="710"/>
                  <a:pt x="19736" y="1314"/>
                  <a:pt x="17636" y="1901"/>
                </a:cubicBezTo>
                <a:cubicBezTo>
                  <a:pt x="16297" y="2268"/>
                  <a:pt x="14935" y="2384"/>
                  <a:pt x="13565" y="2384"/>
                </a:cubicBezTo>
                <a:cubicBezTo>
                  <a:pt x="11243" y="2384"/>
                  <a:pt x="8896" y="2052"/>
                  <a:pt x="6592" y="2052"/>
                </a:cubicBezTo>
                <a:cubicBezTo>
                  <a:pt x="6522" y="2052"/>
                  <a:pt x="6452" y="2053"/>
                  <a:pt x="6383" y="2053"/>
                </a:cubicBezTo>
                <a:lnTo>
                  <a:pt x="0" y="11325"/>
                </a:lnTo>
                <a:cubicBezTo>
                  <a:pt x="353" y="11039"/>
                  <a:pt x="773" y="11056"/>
                  <a:pt x="1193" y="11022"/>
                </a:cubicBezTo>
                <a:cubicBezTo>
                  <a:pt x="2990" y="10904"/>
                  <a:pt x="4788" y="10821"/>
                  <a:pt x="6568" y="10754"/>
                </a:cubicBezTo>
                <a:cubicBezTo>
                  <a:pt x="7088" y="10735"/>
                  <a:pt x="7608" y="10726"/>
                  <a:pt x="8128" y="10726"/>
                </a:cubicBezTo>
                <a:cubicBezTo>
                  <a:pt x="10969" y="10726"/>
                  <a:pt x="13804" y="11019"/>
                  <a:pt x="16545" y="11829"/>
                </a:cubicBezTo>
                <a:cubicBezTo>
                  <a:pt x="18234" y="12335"/>
                  <a:pt x="20275" y="13354"/>
                  <a:pt x="22162" y="13354"/>
                </a:cubicBezTo>
                <a:cubicBezTo>
                  <a:pt x="22715" y="13354"/>
                  <a:pt x="23254" y="13267"/>
                  <a:pt x="23767" y="13054"/>
                </a:cubicBezTo>
                <a:cubicBezTo>
                  <a:pt x="24741" y="12651"/>
                  <a:pt x="25530" y="11912"/>
                  <a:pt x="26421" y="11358"/>
                </a:cubicBezTo>
                <a:cubicBezTo>
                  <a:pt x="27613" y="10602"/>
                  <a:pt x="28923" y="10031"/>
                  <a:pt x="30217" y="9444"/>
                </a:cubicBezTo>
                <a:cubicBezTo>
                  <a:pt x="33256" y="8082"/>
                  <a:pt x="36364" y="6739"/>
                  <a:pt x="39589" y="5849"/>
                </a:cubicBezTo>
                <a:cubicBezTo>
                  <a:pt x="41941" y="5194"/>
                  <a:pt x="44023" y="4421"/>
                  <a:pt x="46156" y="3178"/>
                </a:cubicBezTo>
                <a:cubicBezTo>
                  <a:pt x="47147" y="2607"/>
                  <a:pt x="48306" y="2137"/>
                  <a:pt x="48995" y="1162"/>
                </a:cubicBezTo>
                <a:cubicBezTo>
                  <a:pt x="49347" y="642"/>
                  <a:pt x="49448" y="441"/>
                  <a:pt x="48861" y="307"/>
                </a:cubicBezTo>
                <a:cubicBezTo>
                  <a:pt x="48788" y="284"/>
                  <a:pt x="48707" y="276"/>
                  <a:pt x="48622" y="276"/>
                </a:cubicBezTo>
                <a:cubicBezTo>
                  <a:pt x="48413" y="276"/>
                  <a:pt x="48179" y="324"/>
                  <a:pt x="47982" y="324"/>
                </a:cubicBezTo>
                <a:cubicBezTo>
                  <a:pt x="47961" y="324"/>
                  <a:pt x="47940" y="324"/>
                  <a:pt x="47920" y="323"/>
                </a:cubicBezTo>
                <a:cubicBezTo>
                  <a:pt x="47164" y="307"/>
                  <a:pt x="46391" y="155"/>
                  <a:pt x="45636" y="88"/>
                </a:cubicBezTo>
                <a:cubicBezTo>
                  <a:pt x="44902" y="25"/>
                  <a:pt x="44169" y="1"/>
                  <a:pt x="434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4"/>
          <p:cNvSpPr/>
          <p:nvPr/>
        </p:nvSpPr>
        <p:spPr>
          <a:xfrm rot="10800000">
            <a:off x="6565212" y="4261301"/>
            <a:ext cx="2778517" cy="988992"/>
          </a:xfrm>
          <a:custGeom>
            <a:avLst/>
            <a:gdLst/>
            <a:ahLst/>
            <a:cxnLst/>
            <a:rect l="l" t="t" r="r" b="b"/>
            <a:pathLst>
              <a:path w="97586" h="34735" extrusionOk="0">
                <a:moveTo>
                  <a:pt x="58166" y="0"/>
                </a:moveTo>
                <a:cubicBezTo>
                  <a:pt x="56822" y="0"/>
                  <a:pt x="55528" y="286"/>
                  <a:pt x="54184" y="320"/>
                </a:cubicBezTo>
                <a:cubicBezTo>
                  <a:pt x="53852" y="328"/>
                  <a:pt x="53519" y="331"/>
                  <a:pt x="53187" y="331"/>
                </a:cubicBezTo>
                <a:cubicBezTo>
                  <a:pt x="52176" y="331"/>
                  <a:pt x="51164" y="302"/>
                  <a:pt x="50153" y="302"/>
                </a:cubicBezTo>
                <a:cubicBezTo>
                  <a:pt x="48933" y="302"/>
                  <a:pt x="47705" y="317"/>
                  <a:pt x="46480" y="317"/>
                </a:cubicBezTo>
                <a:cubicBezTo>
                  <a:pt x="45867" y="317"/>
                  <a:pt x="45255" y="314"/>
                  <a:pt x="44644" y="302"/>
                </a:cubicBezTo>
                <a:cubicBezTo>
                  <a:pt x="44604" y="302"/>
                  <a:pt x="44563" y="301"/>
                  <a:pt x="44522" y="301"/>
                </a:cubicBezTo>
                <a:cubicBezTo>
                  <a:pt x="42571" y="301"/>
                  <a:pt x="40758" y="1077"/>
                  <a:pt x="38817" y="1193"/>
                </a:cubicBezTo>
                <a:cubicBezTo>
                  <a:pt x="38773" y="1195"/>
                  <a:pt x="38730" y="1196"/>
                  <a:pt x="38687" y="1196"/>
                </a:cubicBezTo>
                <a:cubicBezTo>
                  <a:pt x="37920" y="1196"/>
                  <a:pt x="37231" y="862"/>
                  <a:pt x="36474" y="862"/>
                </a:cubicBezTo>
                <a:cubicBezTo>
                  <a:pt x="36323" y="862"/>
                  <a:pt x="36169" y="875"/>
                  <a:pt x="36011" y="907"/>
                </a:cubicBezTo>
                <a:cubicBezTo>
                  <a:pt x="35254" y="1058"/>
                  <a:pt x="34553" y="1106"/>
                  <a:pt x="33810" y="1106"/>
                </a:cubicBezTo>
                <a:cubicBezTo>
                  <a:pt x="33564" y="1106"/>
                  <a:pt x="33314" y="1101"/>
                  <a:pt x="33055" y="1092"/>
                </a:cubicBezTo>
                <a:cubicBezTo>
                  <a:pt x="28890" y="941"/>
                  <a:pt x="24758" y="521"/>
                  <a:pt x="20576" y="521"/>
                </a:cubicBezTo>
                <a:cubicBezTo>
                  <a:pt x="16377" y="537"/>
                  <a:pt x="11892" y="689"/>
                  <a:pt x="7760" y="1545"/>
                </a:cubicBezTo>
                <a:cubicBezTo>
                  <a:pt x="6031" y="1899"/>
                  <a:pt x="4284" y="2251"/>
                  <a:pt x="2537" y="2519"/>
                </a:cubicBezTo>
                <a:cubicBezTo>
                  <a:pt x="1916" y="2606"/>
                  <a:pt x="1034" y="2879"/>
                  <a:pt x="330" y="2879"/>
                </a:cubicBezTo>
                <a:cubicBezTo>
                  <a:pt x="215" y="2879"/>
                  <a:pt x="104" y="2872"/>
                  <a:pt x="0" y="2855"/>
                </a:cubicBezTo>
                <a:lnTo>
                  <a:pt x="0" y="2855"/>
                </a:lnTo>
                <a:lnTo>
                  <a:pt x="4922" y="34734"/>
                </a:lnTo>
                <a:cubicBezTo>
                  <a:pt x="8465" y="34618"/>
                  <a:pt x="12261" y="33878"/>
                  <a:pt x="15419" y="32199"/>
                </a:cubicBezTo>
                <a:cubicBezTo>
                  <a:pt x="16427" y="31661"/>
                  <a:pt x="17486" y="31057"/>
                  <a:pt x="18426" y="30401"/>
                </a:cubicBezTo>
                <a:cubicBezTo>
                  <a:pt x="19551" y="29612"/>
                  <a:pt x="20223" y="28419"/>
                  <a:pt x="21298" y="27579"/>
                </a:cubicBezTo>
                <a:cubicBezTo>
                  <a:pt x="23633" y="25765"/>
                  <a:pt x="26052" y="24186"/>
                  <a:pt x="28990" y="23599"/>
                </a:cubicBezTo>
                <a:cubicBezTo>
                  <a:pt x="31090" y="23179"/>
                  <a:pt x="33173" y="22692"/>
                  <a:pt x="34987" y="21432"/>
                </a:cubicBezTo>
                <a:cubicBezTo>
                  <a:pt x="37574" y="19651"/>
                  <a:pt x="39119" y="16830"/>
                  <a:pt x="41722" y="15184"/>
                </a:cubicBezTo>
                <a:cubicBezTo>
                  <a:pt x="42344" y="14781"/>
                  <a:pt x="42729" y="14747"/>
                  <a:pt x="43452" y="14747"/>
                </a:cubicBezTo>
                <a:cubicBezTo>
                  <a:pt x="43502" y="14747"/>
                  <a:pt x="43551" y="14746"/>
                  <a:pt x="43600" y="14746"/>
                </a:cubicBezTo>
                <a:cubicBezTo>
                  <a:pt x="45447" y="14746"/>
                  <a:pt x="47264" y="15033"/>
                  <a:pt x="49129" y="15033"/>
                </a:cubicBezTo>
                <a:cubicBezTo>
                  <a:pt x="49235" y="15032"/>
                  <a:pt x="49340" y="15032"/>
                  <a:pt x="49445" y="15032"/>
                </a:cubicBezTo>
                <a:cubicBezTo>
                  <a:pt x="54920" y="15032"/>
                  <a:pt x="60272" y="16228"/>
                  <a:pt x="65748" y="16228"/>
                </a:cubicBezTo>
                <a:cubicBezTo>
                  <a:pt x="66143" y="16228"/>
                  <a:pt x="66538" y="16222"/>
                  <a:pt x="66933" y="16209"/>
                </a:cubicBezTo>
                <a:cubicBezTo>
                  <a:pt x="69016" y="16142"/>
                  <a:pt x="71249" y="15974"/>
                  <a:pt x="73298" y="15553"/>
                </a:cubicBezTo>
                <a:cubicBezTo>
                  <a:pt x="74205" y="15369"/>
                  <a:pt x="75063" y="15033"/>
                  <a:pt x="75919" y="14731"/>
                </a:cubicBezTo>
                <a:cubicBezTo>
                  <a:pt x="76859" y="14411"/>
                  <a:pt x="77884" y="14294"/>
                  <a:pt x="78740" y="13824"/>
                </a:cubicBezTo>
                <a:cubicBezTo>
                  <a:pt x="79732" y="13286"/>
                  <a:pt x="80269" y="12984"/>
                  <a:pt x="80269" y="11858"/>
                </a:cubicBezTo>
                <a:cubicBezTo>
                  <a:pt x="80269" y="11220"/>
                  <a:pt x="80135" y="10633"/>
                  <a:pt x="80588" y="10078"/>
                </a:cubicBezTo>
                <a:cubicBezTo>
                  <a:pt x="81008" y="9558"/>
                  <a:pt x="81680" y="9457"/>
                  <a:pt x="82285" y="9238"/>
                </a:cubicBezTo>
                <a:cubicBezTo>
                  <a:pt x="83578" y="8768"/>
                  <a:pt x="84854" y="8499"/>
                  <a:pt x="86182" y="8214"/>
                </a:cubicBezTo>
                <a:cubicBezTo>
                  <a:pt x="86937" y="8062"/>
                  <a:pt x="87642" y="7576"/>
                  <a:pt x="88314" y="7206"/>
                </a:cubicBezTo>
                <a:cubicBezTo>
                  <a:pt x="88717" y="6971"/>
                  <a:pt x="89120" y="6752"/>
                  <a:pt x="89541" y="6534"/>
                </a:cubicBezTo>
                <a:cubicBezTo>
                  <a:pt x="90766" y="5863"/>
                  <a:pt x="91993" y="5173"/>
                  <a:pt x="93202" y="4468"/>
                </a:cubicBezTo>
                <a:cubicBezTo>
                  <a:pt x="94260" y="3830"/>
                  <a:pt x="95420" y="3142"/>
                  <a:pt x="96376" y="2369"/>
                </a:cubicBezTo>
                <a:cubicBezTo>
                  <a:pt x="96830" y="1999"/>
                  <a:pt x="97149" y="1496"/>
                  <a:pt x="97586" y="1126"/>
                </a:cubicBezTo>
                <a:lnTo>
                  <a:pt x="97586" y="1126"/>
                </a:lnTo>
                <a:cubicBezTo>
                  <a:pt x="97210" y="1176"/>
                  <a:pt x="96823" y="1189"/>
                  <a:pt x="96435" y="1189"/>
                </a:cubicBezTo>
                <a:cubicBezTo>
                  <a:pt x="96042" y="1189"/>
                  <a:pt x="95648" y="1176"/>
                  <a:pt x="95268" y="1176"/>
                </a:cubicBezTo>
                <a:cubicBezTo>
                  <a:pt x="93701" y="1176"/>
                  <a:pt x="92124" y="1205"/>
                  <a:pt x="90552" y="1205"/>
                </a:cubicBezTo>
                <a:cubicBezTo>
                  <a:pt x="90035" y="1205"/>
                  <a:pt x="89519" y="1202"/>
                  <a:pt x="89003" y="1193"/>
                </a:cubicBezTo>
                <a:cubicBezTo>
                  <a:pt x="86921" y="1142"/>
                  <a:pt x="84854" y="907"/>
                  <a:pt x="82771" y="857"/>
                </a:cubicBezTo>
                <a:cubicBezTo>
                  <a:pt x="82663" y="856"/>
                  <a:pt x="82555" y="855"/>
                  <a:pt x="82448" y="855"/>
                </a:cubicBezTo>
                <a:cubicBezTo>
                  <a:pt x="80397" y="855"/>
                  <a:pt x="78415" y="1145"/>
                  <a:pt x="76373" y="1193"/>
                </a:cubicBezTo>
                <a:cubicBezTo>
                  <a:pt x="76192" y="1198"/>
                  <a:pt x="76012" y="1201"/>
                  <a:pt x="75831" y="1201"/>
                </a:cubicBezTo>
                <a:cubicBezTo>
                  <a:pt x="72462" y="1201"/>
                  <a:pt x="69189" y="350"/>
                  <a:pt x="65841" y="286"/>
                </a:cubicBezTo>
                <a:cubicBezTo>
                  <a:pt x="65674" y="282"/>
                  <a:pt x="65507" y="281"/>
                  <a:pt x="65339" y="281"/>
                </a:cubicBezTo>
                <a:cubicBezTo>
                  <a:pt x="64343" y="281"/>
                  <a:pt x="63339" y="339"/>
                  <a:pt x="62334" y="339"/>
                </a:cubicBezTo>
                <a:cubicBezTo>
                  <a:pt x="62031" y="339"/>
                  <a:pt x="61728" y="334"/>
                  <a:pt x="61424" y="320"/>
                </a:cubicBezTo>
                <a:cubicBezTo>
                  <a:pt x="60332" y="269"/>
                  <a:pt x="59274" y="0"/>
                  <a:pt x="581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4"/>
          <p:cNvSpPr/>
          <p:nvPr/>
        </p:nvSpPr>
        <p:spPr>
          <a:xfrm>
            <a:off x="8542232" y="2449249"/>
            <a:ext cx="479312" cy="244997"/>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4"/>
          <p:cNvSpPr/>
          <p:nvPr/>
        </p:nvSpPr>
        <p:spPr>
          <a:xfrm>
            <a:off x="6078521" y="313583"/>
            <a:ext cx="202993" cy="131442"/>
          </a:xfrm>
          <a:custGeom>
            <a:avLst/>
            <a:gdLst/>
            <a:ahLst/>
            <a:cxnLst/>
            <a:rect l="l" t="t" r="r" b="b"/>
            <a:pathLst>
              <a:path w="5606" h="3630" extrusionOk="0">
                <a:moveTo>
                  <a:pt x="1600" y="1"/>
                </a:moveTo>
                <a:cubicBezTo>
                  <a:pt x="1405" y="1"/>
                  <a:pt x="1228" y="25"/>
                  <a:pt x="1076" y="77"/>
                </a:cubicBezTo>
                <a:cubicBezTo>
                  <a:pt x="454" y="296"/>
                  <a:pt x="1" y="867"/>
                  <a:pt x="51" y="1875"/>
                </a:cubicBezTo>
                <a:cubicBezTo>
                  <a:pt x="105" y="2968"/>
                  <a:pt x="1520" y="3630"/>
                  <a:pt x="2785" y="3630"/>
                </a:cubicBezTo>
                <a:cubicBezTo>
                  <a:pt x="3503" y="3630"/>
                  <a:pt x="4172" y="3417"/>
                  <a:pt x="4518" y="2950"/>
                </a:cubicBezTo>
                <a:cubicBezTo>
                  <a:pt x="5605" y="1462"/>
                  <a:pt x="3107" y="1"/>
                  <a:pt x="16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4"/>
          <p:cNvSpPr/>
          <p:nvPr/>
        </p:nvSpPr>
        <p:spPr>
          <a:xfrm>
            <a:off x="303300" y="1685600"/>
            <a:ext cx="251525" cy="269450"/>
          </a:xfrm>
          <a:custGeom>
            <a:avLst/>
            <a:gdLst/>
            <a:ahLst/>
            <a:cxnLst/>
            <a:rect l="l" t="t" r="r" b="b"/>
            <a:pathLst>
              <a:path w="10061" h="10778" extrusionOk="0">
                <a:moveTo>
                  <a:pt x="6902" y="1"/>
                </a:moveTo>
                <a:cubicBezTo>
                  <a:pt x="6568" y="1"/>
                  <a:pt x="6231" y="40"/>
                  <a:pt x="5913" y="150"/>
                </a:cubicBezTo>
                <a:cubicBezTo>
                  <a:pt x="5073" y="452"/>
                  <a:pt x="4569" y="1225"/>
                  <a:pt x="4048" y="1896"/>
                </a:cubicBezTo>
                <a:cubicBezTo>
                  <a:pt x="2553" y="3862"/>
                  <a:pt x="0" y="6331"/>
                  <a:pt x="572" y="9085"/>
                </a:cubicBezTo>
                <a:cubicBezTo>
                  <a:pt x="706" y="9707"/>
                  <a:pt x="1058" y="10413"/>
                  <a:pt x="1696" y="10648"/>
                </a:cubicBezTo>
                <a:cubicBezTo>
                  <a:pt x="1945" y="10738"/>
                  <a:pt x="2183" y="10778"/>
                  <a:pt x="2411" y="10778"/>
                </a:cubicBezTo>
                <a:cubicBezTo>
                  <a:pt x="3416" y="10778"/>
                  <a:pt x="4224" y="10002"/>
                  <a:pt x="4854" y="9304"/>
                </a:cubicBezTo>
                <a:cubicBezTo>
                  <a:pt x="5812" y="8263"/>
                  <a:pt x="7273" y="7826"/>
                  <a:pt x="7776" y="6348"/>
                </a:cubicBezTo>
                <a:cubicBezTo>
                  <a:pt x="7978" y="5710"/>
                  <a:pt x="7944" y="5004"/>
                  <a:pt x="8163" y="4400"/>
                </a:cubicBezTo>
                <a:cubicBezTo>
                  <a:pt x="8399" y="3677"/>
                  <a:pt x="9154" y="2971"/>
                  <a:pt x="9541" y="2300"/>
                </a:cubicBezTo>
                <a:cubicBezTo>
                  <a:pt x="9758" y="1896"/>
                  <a:pt x="10061" y="1191"/>
                  <a:pt x="9859" y="738"/>
                </a:cubicBezTo>
                <a:cubicBezTo>
                  <a:pt x="9608" y="183"/>
                  <a:pt x="9154" y="268"/>
                  <a:pt x="8634" y="217"/>
                </a:cubicBezTo>
                <a:cubicBezTo>
                  <a:pt x="8179" y="167"/>
                  <a:pt x="7727" y="66"/>
                  <a:pt x="7273" y="15"/>
                </a:cubicBezTo>
                <a:cubicBezTo>
                  <a:pt x="7150" y="6"/>
                  <a:pt x="7026"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20"/>
        <p:cNvGrpSpPr/>
        <p:nvPr/>
      </p:nvGrpSpPr>
      <p:grpSpPr>
        <a:xfrm>
          <a:off x="0" y="0"/>
          <a:ext cx="0" cy="0"/>
          <a:chOff x="0" y="0"/>
          <a:chExt cx="0" cy="0"/>
        </a:xfrm>
      </p:grpSpPr>
      <p:sp>
        <p:nvSpPr>
          <p:cNvPr id="121" name="Google Shape;121;p15"/>
          <p:cNvSpPr txBox="1">
            <a:spLocks noGrp="1"/>
          </p:cNvSpPr>
          <p:nvPr>
            <p:ph type="title"/>
          </p:nvPr>
        </p:nvSpPr>
        <p:spPr>
          <a:xfrm>
            <a:off x="1458150" y="3175950"/>
            <a:ext cx="6227700" cy="53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22" name="Google Shape;122;p15"/>
          <p:cNvSpPr txBox="1">
            <a:spLocks noGrp="1"/>
          </p:cNvSpPr>
          <p:nvPr>
            <p:ph type="subTitle" idx="1"/>
          </p:nvPr>
        </p:nvSpPr>
        <p:spPr>
          <a:xfrm>
            <a:off x="1458150" y="1435650"/>
            <a:ext cx="6227700" cy="1740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_1">
    <p:spTree>
      <p:nvGrpSpPr>
        <p:cNvPr id="1" name="Shape 123"/>
        <p:cNvGrpSpPr/>
        <p:nvPr/>
      </p:nvGrpSpPr>
      <p:grpSpPr>
        <a:xfrm>
          <a:off x="0" y="0"/>
          <a:ext cx="0" cy="0"/>
          <a:chOff x="0" y="0"/>
          <a:chExt cx="0" cy="0"/>
        </a:xfrm>
      </p:grpSpPr>
      <p:sp>
        <p:nvSpPr>
          <p:cNvPr id="124" name="Google Shape;124;p16"/>
          <p:cNvSpPr txBox="1">
            <a:spLocks noGrp="1"/>
          </p:cNvSpPr>
          <p:nvPr>
            <p:ph type="subTitle" idx="1"/>
          </p:nvPr>
        </p:nvSpPr>
        <p:spPr>
          <a:xfrm>
            <a:off x="5892025" y="1631500"/>
            <a:ext cx="2518800" cy="126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125" name="Google Shape;125;p16"/>
          <p:cNvSpPr txBox="1">
            <a:spLocks noGrp="1"/>
          </p:cNvSpPr>
          <p:nvPr>
            <p:ph type="title"/>
          </p:nvPr>
        </p:nvSpPr>
        <p:spPr>
          <a:xfrm>
            <a:off x="5892025" y="535000"/>
            <a:ext cx="2518800" cy="1012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6" name="Google Shape;126;p16"/>
          <p:cNvSpPr>
            <a:spLocks noGrp="1"/>
          </p:cNvSpPr>
          <p:nvPr>
            <p:ph type="pic" idx="2"/>
          </p:nvPr>
        </p:nvSpPr>
        <p:spPr>
          <a:xfrm>
            <a:off x="-6100" y="2969800"/>
            <a:ext cx="3558000" cy="2170500"/>
          </a:xfrm>
          <a:prstGeom prst="rect">
            <a:avLst/>
          </a:prstGeom>
          <a:noFill/>
          <a:ln>
            <a:noFill/>
          </a:ln>
        </p:spPr>
        <p:txBody>
          <a:bodyPr/>
          <a:lstStyle/>
          <a:p>
            <a:endParaRPr lang="en-US"/>
          </a:p>
        </p:txBody>
      </p:sp>
      <p:sp>
        <p:nvSpPr>
          <p:cNvPr id="127" name="Google Shape;127;p16"/>
          <p:cNvSpPr>
            <a:spLocks noGrp="1"/>
          </p:cNvSpPr>
          <p:nvPr>
            <p:ph type="pic" idx="3"/>
          </p:nvPr>
        </p:nvSpPr>
        <p:spPr>
          <a:xfrm>
            <a:off x="3690375" y="2969775"/>
            <a:ext cx="5453700" cy="1638600"/>
          </a:xfrm>
          <a:prstGeom prst="rect">
            <a:avLst/>
          </a:prstGeom>
          <a:noFill/>
          <a:ln>
            <a:noFill/>
          </a:ln>
        </p:spPr>
        <p:txBody>
          <a:bodyPr/>
          <a:lstStyle/>
          <a:p>
            <a:endParaRPr lang="en-US"/>
          </a:p>
        </p:txBody>
      </p:sp>
      <p:sp>
        <p:nvSpPr>
          <p:cNvPr id="128" name="Google Shape;128;p16"/>
          <p:cNvSpPr>
            <a:spLocks noGrp="1"/>
          </p:cNvSpPr>
          <p:nvPr>
            <p:ph type="pic" idx="4"/>
          </p:nvPr>
        </p:nvSpPr>
        <p:spPr>
          <a:xfrm>
            <a:off x="3690375" y="-3200"/>
            <a:ext cx="2069100" cy="2834400"/>
          </a:xfrm>
          <a:prstGeom prst="rect">
            <a:avLst/>
          </a:prstGeom>
          <a:noFill/>
          <a:ln>
            <a:noFill/>
          </a:ln>
        </p:spPr>
        <p:txBody>
          <a:bodyPr/>
          <a:lstStyle/>
          <a:p>
            <a:endParaRPr lang="en-US"/>
          </a:p>
        </p:txBody>
      </p:sp>
      <p:sp>
        <p:nvSpPr>
          <p:cNvPr id="129" name="Google Shape;129;p16"/>
          <p:cNvSpPr>
            <a:spLocks noGrp="1"/>
          </p:cNvSpPr>
          <p:nvPr>
            <p:ph type="pic" idx="5"/>
          </p:nvPr>
        </p:nvSpPr>
        <p:spPr>
          <a:xfrm>
            <a:off x="715100" y="535000"/>
            <a:ext cx="2836800" cy="2296200"/>
          </a:xfrm>
          <a:prstGeom prst="rect">
            <a:avLst/>
          </a:prstGeom>
          <a:noFill/>
          <a:ln>
            <a:noFill/>
          </a:ln>
        </p:spPr>
        <p:txBody>
          <a:bodyPr/>
          <a:lstStyle/>
          <a:p>
            <a:endParaRPr lang="en-US"/>
          </a:p>
        </p:txBody>
      </p:sp>
      <p:sp>
        <p:nvSpPr>
          <p:cNvPr id="130" name="Google Shape;130;p16"/>
          <p:cNvSpPr/>
          <p:nvPr/>
        </p:nvSpPr>
        <p:spPr>
          <a:xfrm>
            <a:off x="8682659" y="1560600"/>
            <a:ext cx="251536" cy="244997"/>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6"/>
          <p:cNvSpPr/>
          <p:nvPr/>
        </p:nvSpPr>
        <p:spPr>
          <a:xfrm>
            <a:off x="6818546" y="161583"/>
            <a:ext cx="202993" cy="131442"/>
          </a:xfrm>
          <a:custGeom>
            <a:avLst/>
            <a:gdLst/>
            <a:ahLst/>
            <a:cxnLst/>
            <a:rect l="l" t="t" r="r" b="b"/>
            <a:pathLst>
              <a:path w="5606" h="3630" extrusionOk="0">
                <a:moveTo>
                  <a:pt x="1600" y="1"/>
                </a:moveTo>
                <a:cubicBezTo>
                  <a:pt x="1405" y="1"/>
                  <a:pt x="1228" y="25"/>
                  <a:pt x="1076" y="77"/>
                </a:cubicBezTo>
                <a:cubicBezTo>
                  <a:pt x="454" y="296"/>
                  <a:pt x="1" y="867"/>
                  <a:pt x="51" y="1875"/>
                </a:cubicBezTo>
                <a:cubicBezTo>
                  <a:pt x="105" y="2968"/>
                  <a:pt x="1520" y="3630"/>
                  <a:pt x="2785" y="3630"/>
                </a:cubicBezTo>
                <a:cubicBezTo>
                  <a:pt x="3503" y="3630"/>
                  <a:pt x="4172" y="3417"/>
                  <a:pt x="4518" y="2950"/>
                </a:cubicBezTo>
                <a:cubicBezTo>
                  <a:pt x="5605" y="1462"/>
                  <a:pt x="3107" y="1"/>
                  <a:pt x="16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6"/>
          <p:cNvSpPr/>
          <p:nvPr/>
        </p:nvSpPr>
        <p:spPr>
          <a:xfrm rot="-5400000" flipH="1">
            <a:off x="-69038" y="1640609"/>
            <a:ext cx="660158" cy="631191"/>
          </a:xfrm>
          <a:custGeom>
            <a:avLst/>
            <a:gdLst/>
            <a:ahLst/>
            <a:cxnLst/>
            <a:rect l="l" t="t" r="r" b="b"/>
            <a:pathLst>
              <a:path w="20693" h="19785" extrusionOk="0">
                <a:moveTo>
                  <a:pt x="17490" y="0"/>
                </a:moveTo>
                <a:cubicBezTo>
                  <a:pt x="16327" y="0"/>
                  <a:pt x="15055" y="330"/>
                  <a:pt x="14259" y="665"/>
                </a:cubicBezTo>
                <a:cubicBezTo>
                  <a:pt x="12161" y="1572"/>
                  <a:pt x="10380" y="2933"/>
                  <a:pt x="8667" y="4411"/>
                </a:cubicBezTo>
                <a:cubicBezTo>
                  <a:pt x="7541" y="5401"/>
                  <a:pt x="6533" y="6812"/>
                  <a:pt x="5039" y="7182"/>
                </a:cubicBezTo>
                <a:cubicBezTo>
                  <a:pt x="4249" y="7383"/>
                  <a:pt x="3494" y="7618"/>
                  <a:pt x="2939" y="8257"/>
                </a:cubicBezTo>
                <a:cubicBezTo>
                  <a:pt x="2502" y="8761"/>
                  <a:pt x="2116" y="9399"/>
                  <a:pt x="1763" y="9970"/>
                </a:cubicBezTo>
                <a:cubicBezTo>
                  <a:pt x="688" y="11683"/>
                  <a:pt x="0" y="13985"/>
                  <a:pt x="856" y="15949"/>
                </a:cubicBezTo>
                <a:cubicBezTo>
                  <a:pt x="1662" y="17781"/>
                  <a:pt x="3695" y="18721"/>
                  <a:pt x="5458" y="19443"/>
                </a:cubicBezTo>
                <a:cubicBezTo>
                  <a:pt x="6119" y="19707"/>
                  <a:pt x="6759" y="19785"/>
                  <a:pt x="7400" y="19785"/>
                </a:cubicBezTo>
                <a:cubicBezTo>
                  <a:pt x="8144" y="19785"/>
                  <a:pt x="8890" y="19681"/>
                  <a:pt x="9675" y="19645"/>
                </a:cubicBezTo>
                <a:cubicBezTo>
                  <a:pt x="9730" y="19641"/>
                  <a:pt x="9786" y="19639"/>
                  <a:pt x="9841" y="19639"/>
                </a:cubicBezTo>
                <a:cubicBezTo>
                  <a:pt x="10170" y="19639"/>
                  <a:pt x="10493" y="19697"/>
                  <a:pt x="10821" y="19697"/>
                </a:cubicBezTo>
                <a:cubicBezTo>
                  <a:pt x="10920" y="19697"/>
                  <a:pt x="11019" y="19692"/>
                  <a:pt x="11119" y="19678"/>
                </a:cubicBezTo>
                <a:cubicBezTo>
                  <a:pt x="11841" y="19577"/>
                  <a:pt x="12597" y="19241"/>
                  <a:pt x="13236" y="18905"/>
                </a:cubicBezTo>
                <a:cubicBezTo>
                  <a:pt x="15352" y="17814"/>
                  <a:pt x="16897" y="16185"/>
                  <a:pt x="18055" y="14102"/>
                </a:cubicBezTo>
                <a:cubicBezTo>
                  <a:pt x="19282" y="11885"/>
                  <a:pt x="20189" y="9584"/>
                  <a:pt x="20525" y="7047"/>
                </a:cubicBezTo>
                <a:cubicBezTo>
                  <a:pt x="20693" y="5771"/>
                  <a:pt x="20592" y="4445"/>
                  <a:pt x="20440" y="3168"/>
                </a:cubicBezTo>
                <a:cubicBezTo>
                  <a:pt x="20340" y="2311"/>
                  <a:pt x="20323" y="1337"/>
                  <a:pt x="19685" y="698"/>
                </a:cubicBezTo>
                <a:cubicBezTo>
                  <a:pt x="19180" y="187"/>
                  <a:pt x="18366" y="0"/>
                  <a:pt x="174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6"/>
          <p:cNvSpPr/>
          <p:nvPr/>
        </p:nvSpPr>
        <p:spPr>
          <a:xfrm rot="-5400000" flipH="1">
            <a:off x="339957" y="-97730"/>
            <a:ext cx="333222" cy="326363"/>
          </a:xfrm>
          <a:custGeom>
            <a:avLst/>
            <a:gdLst/>
            <a:ahLst/>
            <a:cxnLst/>
            <a:rect l="l" t="t" r="r" b="b"/>
            <a:pathLst>
              <a:path w="10445" h="10230" extrusionOk="0">
                <a:moveTo>
                  <a:pt x="7131" y="0"/>
                </a:moveTo>
                <a:cubicBezTo>
                  <a:pt x="6773" y="0"/>
                  <a:pt x="6382" y="95"/>
                  <a:pt x="5962" y="306"/>
                </a:cubicBezTo>
                <a:cubicBezTo>
                  <a:pt x="4451" y="1062"/>
                  <a:pt x="2905" y="2003"/>
                  <a:pt x="1663" y="3161"/>
                </a:cubicBezTo>
                <a:cubicBezTo>
                  <a:pt x="706" y="4068"/>
                  <a:pt x="0" y="5177"/>
                  <a:pt x="34" y="6538"/>
                </a:cubicBezTo>
                <a:cubicBezTo>
                  <a:pt x="50" y="7293"/>
                  <a:pt x="252" y="8032"/>
                  <a:pt x="538" y="8722"/>
                </a:cubicBezTo>
                <a:cubicBezTo>
                  <a:pt x="807" y="9393"/>
                  <a:pt x="1259" y="9981"/>
                  <a:pt x="1982" y="10166"/>
                </a:cubicBezTo>
                <a:cubicBezTo>
                  <a:pt x="2161" y="10209"/>
                  <a:pt x="2342" y="10229"/>
                  <a:pt x="2524" y="10229"/>
                </a:cubicBezTo>
                <a:cubicBezTo>
                  <a:pt x="3682" y="10229"/>
                  <a:pt x="4893" y="9434"/>
                  <a:pt x="5778" y="8838"/>
                </a:cubicBezTo>
                <a:cubicBezTo>
                  <a:pt x="6920" y="8050"/>
                  <a:pt x="8264" y="7125"/>
                  <a:pt x="9086" y="6017"/>
                </a:cubicBezTo>
                <a:cubicBezTo>
                  <a:pt x="10445" y="4163"/>
                  <a:pt x="9506" y="0"/>
                  <a:pt x="71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6"/>
          <p:cNvSpPr/>
          <p:nvPr/>
        </p:nvSpPr>
        <p:spPr>
          <a:xfrm rot="-5400000" flipH="1">
            <a:off x="2157535" y="197810"/>
            <a:ext cx="209408" cy="187778"/>
          </a:xfrm>
          <a:custGeom>
            <a:avLst/>
            <a:gdLst/>
            <a:ahLst/>
            <a:cxnLst/>
            <a:rect l="l" t="t" r="r" b="b"/>
            <a:pathLst>
              <a:path w="6564" h="5886" extrusionOk="0">
                <a:moveTo>
                  <a:pt x="3986" y="0"/>
                </a:moveTo>
                <a:cubicBezTo>
                  <a:pt x="1783" y="0"/>
                  <a:pt x="1" y="3778"/>
                  <a:pt x="1608" y="5340"/>
                </a:cubicBezTo>
                <a:cubicBezTo>
                  <a:pt x="1999" y="5720"/>
                  <a:pt x="2545" y="5886"/>
                  <a:pt x="3124" y="5886"/>
                </a:cubicBezTo>
                <a:cubicBezTo>
                  <a:pt x="4289" y="5886"/>
                  <a:pt x="5588" y="5214"/>
                  <a:pt x="6026" y="4249"/>
                </a:cubicBezTo>
                <a:cubicBezTo>
                  <a:pt x="6564" y="3040"/>
                  <a:pt x="6076" y="789"/>
                  <a:pt x="4850" y="201"/>
                </a:cubicBezTo>
                <a:cubicBezTo>
                  <a:pt x="4559" y="63"/>
                  <a:pt x="4269" y="0"/>
                  <a:pt x="3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6"/>
          <p:cNvSpPr/>
          <p:nvPr/>
        </p:nvSpPr>
        <p:spPr>
          <a:xfrm rot="-5400000" flipH="1">
            <a:off x="7278002" y="4800748"/>
            <a:ext cx="162416" cy="207111"/>
          </a:xfrm>
          <a:custGeom>
            <a:avLst/>
            <a:gdLst/>
            <a:ahLst/>
            <a:cxnLst/>
            <a:rect l="l" t="t" r="r" b="b"/>
            <a:pathLst>
              <a:path w="5091" h="6492" extrusionOk="0">
                <a:moveTo>
                  <a:pt x="2889" y="0"/>
                </a:moveTo>
                <a:cubicBezTo>
                  <a:pt x="1753" y="0"/>
                  <a:pt x="718" y="1587"/>
                  <a:pt x="287" y="2530"/>
                </a:cubicBezTo>
                <a:cubicBezTo>
                  <a:pt x="0" y="3169"/>
                  <a:pt x="34" y="3639"/>
                  <a:pt x="168" y="4293"/>
                </a:cubicBezTo>
                <a:cubicBezTo>
                  <a:pt x="370" y="5184"/>
                  <a:pt x="605" y="6275"/>
                  <a:pt x="1646" y="6461"/>
                </a:cubicBezTo>
                <a:cubicBezTo>
                  <a:pt x="1757" y="6482"/>
                  <a:pt x="1872" y="6492"/>
                  <a:pt x="1989" y="6492"/>
                </a:cubicBezTo>
                <a:cubicBezTo>
                  <a:pt x="3191" y="6492"/>
                  <a:pt x="4674" y="5440"/>
                  <a:pt x="4889" y="4277"/>
                </a:cubicBezTo>
                <a:cubicBezTo>
                  <a:pt x="5090" y="3151"/>
                  <a:pt x="4703" y="1203"/>
                  <a:pt x="3863" y="430"/>
                </a:cubicBezTo>
                <a:cubicBezTo>
                  <a:pt x="3538" y="127"/>
                  <a:pt x="3209" y="0"/>
                  <a:pt x="288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6"/>
          <p:cNvSpPr/>
          <p:nvPr/>
        </p:nvSpPr>
        <p:spPr>
          <a:xfrm flipH="1">
            <a:off x="7776200" y="-120025"/>
            <a:ext cx="1965150" cy="942525"/>
          </a:xfrm>
          <a:custGeom>
            <a:avLst/>
            <a:gdLst/>
            <a:ahLst/>
            <a:cxnLst/>
            <a:rect l="l" t="t" r="r" b="b"/>
            <a:pathLst>
              <a:path w="78606" h="37701" extrusionOk="0">
                <a:moveTo>
                  <a:pt x="0" y="0"/>
                </a:moveTo>
                <a:lnTo>
                  <a:pt x="3494" y="4636"/>
                </a:lnTo>
                <a:cubicBezTo>
                  <a:pt x="3552" y="4635"/>
                  <a:pt x="3611" y="4635"/>
                  <a:pt x="3671" y="4635"/>
                </a:cubicBezTo>
                <a:cubicBezTo>
                  <a:pt x="6087" y="4635"/>
                  <a:pt x="8605" y="4961"/>
                  <a:pt x="10868" y="5879"/>
                </a:cubicBezTo>
                <a:cubicBezTo>
                  <a:pt x="12530" y="6551"/>
                  <a:pt x="13672" y="7491"/>
                  <a:pt x="14781" y="8868"/>
                </a:cubicBezTo>
                <a:cubicBezTo>
                  <a:pt x="15990" y="10380"/>
                  <a:pt x="17266" y="12093"/>
                  <a:pt x="18896" y="13186"/>
                </a:cubicBezTo>
                <a:cubicBezTo>
                  <a:pt x="21846" y="15153"/>
                  <a:pt x="25695" y="15370"/>
                  <a:pt x="29163" y="15370"/>
                </a:cubicBezTo>
                <a:cubicBezTo>
                  <a:pt x="29307" y="15370"/>
                  <a:pt x="29451" y="15370"/>
                  <a:pt x="29595" y="15369"/>
                </a:cubicBezTo>
                <a:cubicBezTo>
                  <a:pt x="31040" y="15356"/>
                  <a:pt x="32531" y="15270"/>
                  <a:pt x="34015" y="15270"/>
                </a:cubicBezTo>
                <a:cubicBezTo>
                  <a:pt x="36358" y="15270"/>
                  <a:pt x="38683" y="15485"/>
                  <a:pt x="40781" y="16545"/>
                </a:cubicBezTo>
                <a:cubicBezTo>
                  <a:pt x="42931" y="17636"/>
                  <a:pt x="44796" y="18896"/>
                  <a:pt x="47282" y="19148"/>
                </a:cubicBezTo>
                <a:cubicBezTo>
                  <a:pt x="50388" y="19467"/>
                  <a:pt x="54370" y="19181"/>
                  <a:pt x="57107" y="20912"/>
                </a:cubicBezTo>
                <a:cubicBezTo>
                  <a:pt x="57812" y="21349"/>
                  <a:pt x="58535" y="22137"/>
                  <a:pt x="58501" y="23044"/>
                </a:cubicBezTo>
                <a:cubicBezTo>
                  <a:pt x="58450" y="24086"/>
                  <a:pt x="57409" y="24540"/>
                  <a:pt x="56569" y="24858"/>
                </a:cubicBezTo>
                <a:cubicBezTo>
                  <a:pt x="54822" y="25497"/>
                  <a:pt x="52841" y="25783"/>
                  <a:pt x="51010" y="26085"/>
                </a:cubicBezTo>
                <a:cubicBezTo>
                  <a:pt x="48910" y="26455"/>
                  <a:pt x="46778" y="26773"/>
                  <a:pt x="44644" y="26941"/>
                </a:cubicBezTo>
                <a:cubicBezTo>
                  <a:pt x="40664" y="27261"/>
                  <a:pt x="36835" y="28386"/>
                  <a:pt x="32887" y="28974"/>
                </a:cubicBezTo>
                <a:cubicBezTo>
                  <a:pt x="30183" y="29393"/>
                  <a:pt x="27462" y="29680"/>
                  <a:pt x="24741" y="29998"/>
                </a:cubicBezTo>
                <a:cubicBezTo>
                  <a:pt x="23196" y="30166"/>
                  <a:pt x="21902" y="30217"/>
                  <a:pt x="20576" y="31140"/>
                </a:cubicBezTo>
                <a:cubicBezTo>
                  <a:pt x="20072" y="31493"/>
                  <a:pt x="19635" y="31913"/>
                  <a:pt x="19181" y="32316"/>
                </a:cubicBezTo>
                <a:cubicBezTo>
                  <a:pt x="18442" y="32972"/>
                  <a:pt x="17905" y="33240"/>
                  <a:pt x="16930" y="33475"/>
                </a:cubicBezTo>
                <a:cubicBezTo>
                  <a:pt x="14646" y="34029"/>
                  <a:pt x="12346" y="34533"/>
                  <a:pt x="10062" y="35070"/>
                </a:cubicBezTo>
                <a:cubicBezTo>
                  <a:pt x="9457" y="35222"/>
                  <a:pt x="5695" y="35558"/>
                  <a:pt x="5493" y="36398"/>
                </a:cubicBezTo>
                <a:cubicBezTo>
                  <a:pt x="5240" y="37538"/>
                  <a:pt x="11996" y="37700"/>
                  <a:pt x="16277" y="37700"/>
                </a:cubicBezTo>
                <a:cubicBezTo>
                  <a:pt x="17987" y="37700"/>
                  <a:pt x="19302" y="37674"/>
                  <a:pt x="19618" y="37674"/>
                </a:cubicBezTo>
                <a:cubicBezTo>
                  <a:pt x="19669" y="37675"/>
                  <a:pt x="19719" y="37675"/>
                  <a:pt x="19770" y="37675"/>
                </a:cubicBezTo>
                <a:cubicBezTo>
                  <a:pt x="21043" y="37675"/>
                  <a:pt x="22272" y="37486"/>
                  <a:pt x="23532" y="37406"/>
                </a:cubicBezTo>
                <a:cubicBezTo>
                  <a:pt x="23585" y="37403"/>
                  <a:pt x="23640" y="37402"/>
                  <a:pt x="23697" y="37402"/>
                </a:cubicBezTo>
                <a:cubicBezTo>
                  <a:pt x="23993" y="37402"/>
                  <a:pt x="24338" y="37433"/>
                  <a:pt x="24671" y="37433"/>
                </a:cubicBezTo>
                <a:cubicBezTo>
                  <a:pt x="25049" y="37433"/>
                  <a:pt x="25411" y="37393"/>
                  <a:pt x="25664" y="37220"/>
                </a:cubicBezTo>
                <a:cubicBezTo>
                  <a:pt x="25933" y="37052"/>
                  <a:pt x="26186" y="36600"/>
                  <a:pt x="26471" y="36364"/>
                </a:cubicBezTo>
                <a:cubicBezTo>
                  <a:pt x="27143" y="35809"/>
                  <a:pt x="27832" y="35474"/>
                  <a:pt x="28654" y="35138"/>
                </a:cubicBezTo>
                <a:cubicBezTo>
                  <a:pt x="31442" y="34029"/>
                  <a:pt x="34382" y="33525"/>
                  <a:pt x="37338" y="33005"/>
                </a:cubicBezTo>
                <a:cubicBezTo>
                  <a:pt x="38884" y="32736"/>
                  <a:pt x="40462" y="32719"/>
                  <a:pt x="42008" y="32468"/>
                </a:cubicBezTo>
                <a:cubicBezTo>
                  <a:pt x="43990" y="32148"/>
                  <a:pt x="45972" y="31829"/>
                  <a:pt x="47954" y="31442"/>
                </a:cubicBezTo>
                <a:cubicBezTo>
                  <a:pt x="53832" y="30318"/>
                  <a:pt x="59660" y="29024"/>
                  <a:pt x="65505" y="27680"/>
                </a:cubicBezTo>
                <a:cubicBezTo>
                  <a:pt x="68024" y="27109"/>
                  <a:pt x="70292" y="26168"/>
                  <a:pt x="72711" y="25362"/>
                </a:cubicBezTo>
                <a:cubicBezTo>
                  <a:pt x="74642" y="24708"/>
                  <a:pt x="76541" y="23666"/>
                  <a:pt x="77649" y="21869"/>
                </a:cubicBezTo>
                <a:cubicBezTo>
                  <a:pt x="78254" y="20894"/>
                  <a:pt x="78606" y="18946"/>
                  <a:pt x="77934" y="17938"/>
                </a:cubicBezTo>
                <a:cubicBezTo>
                  <a:pt x="76893" y="16377"/>
                  <a:pt x="74340" y="15839"/>
                  <a:pt x="72626" y="15520"/>
                </a:cubicBezTo>
                <a:cubicBezTo>
                  <a:pt x="70347" y="15101"/>
                  <a:pt x="67852" y="14739"/>
                  <a:pt x="65512" y="14739"/>
                </a:cubicBezTo>
                <a:cubicBezTo>
                  <a:pt x="65318" y="14739"/>
                  <a:pt x="65125" y="14742"/>
                  <a:pt x="64934" y="14747"/>
                </a:cubicBezTo>
                <a:cubicBezTo>
                  <a:pt x="63574" y="14781"/>
                  <a:pt x="62347" y="15150"/>
                  <a:pt x="61021" y="15302"/>
                </a:cubicBezTo>
                <a:cubicBezTo>
                  <a:pt x="60371" y="15382"/>
                  <a:pt x="59711" y="15405"/>
                  <a:pt x="59049" y="15405"/>
                </a:cubicBezTo>
                <a:cubicBezTo>
                  <a:pt x="58325" y="15405"/>
                  <a:pt x="57600" y="15378"/>
                  <a:pt x="56889" y="15369"/>
                </a:cubicBezTo>
                <a:cubicBezTo>
                  <a:pt x="54974" y="15352"/>
                  <a:pt x="52992" y="15033"/>
                  <a:pt x="51127" y="14613"/>
                </a:cubicBezTo>
                <a:cubicBezTo>
                  <a:pt x="49112" y="14142"/>
                  <a:pt x="47483" y="13085"/>
                  <a:pt x="45636" y="12212"/>
                </a:cubicBezTo>
                <a:cubicBezTo>
                  <a:pt x="44036" y="11471"/>
                  <a:pt x="42370" y="11240"/>
                  <a:pt x="40678" y="11240"/>
                </a:cubicBezTo>
                <a:cubicBezTo>
                  <a:pt x="37869" y="11240"/>
                  <a:pt x="34989" y="11877"/>
                  <a:pt x="32225" y="11877"/>
                </a:cubicBezTo>
                <a:cubicBezTo>
                  <a:pt x="32160" y="11877"/>
                  <a:pt x="32096" y="11876"/>
                  <a:pt x="32031" y="11876"/>
                </a:cubicBezTo>
                <a:lnTo>
                  <a:pt x="28269" y="11876"/>
                </a:lnTo>
                <a:cubicBezTo>
                  <a:pt x="27660" y="11876"/>
                  <a:pt x="26991" y="11941"/>
                  <a:pt x="26342" y="11941"/>
                </a:cubicBezTo>
                <a:cubicBezTo>
                  <a:pt x="25953" y="11941"/>
                  <a:pt x="25570" y="11918"/>
                  <a:pt x="25212" y="11842"/>
                </a:cubicBezTo>
                <a:cubicBezTo>
                  <a:pt x="24321" y="11640"/>
                  <a:pt x="23447" y="11170"/>
                  <a:pt x="22591" y="10850"/>
                </a:cubicBezTo>
                <a:cubicBezTo>
                  <a:pt x="21902" y="10599"/>
                  <a:pt x="21163" y="10481"/>
                  <a:pt x="20509" y="10162"/>
                </a:cubicBezTo>
                <a:cubicBezTo>
                  <a:pt x="19635" y="9708"/>
                  <a:pt x="18711" y="9087"/>
                  <a:pt x="18005" y="8416"/>
                </a:cubicBezTo>
                <a:cubicBezTo>
                  <a:pt x="17031" y="7525"/>
                  <a:pt x="16041" y="7005"/>
                  <a:pt x="15150" y="6013"/>
                </a:cubicBezTo>
                <a:cubicBezTo>
                  <a:pt x="14261" y="5039"/>
                  <a:pt x="14210" y="3628"/>
                  <a:pt x="13135" y="2889"/>
                </a:cubicBezTo>
                <a:cubicBezTo>
                  <a:pt x="11876" y="1999"/>
                  <a:pt x="9910" y="1865"/>
                  <a:pt x="8398" y="1579"/>
                </a:cubicBezTo>
                <a:cubicBezTo>
                  <a:pt x="6282" y="1193"/>
                  <a:pt x="4165" y="857"/>
                  <a:pt x="2049" y="421"/>
                </a:cubicBezTo>
                <a:cubicBezTo>
                  <a:pt x="1260" y="253"/>
                  <a:pt x="840" y="0"/>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CUSTOM_1_1">
    <p:spTree>
      <p:nvGrpSpPr>
        <p:cNvPr id="1" name="Shape 137"/>
        <p:cNvGrpSpPr/>
        <p:nvPr/>
      </p:nvGrpSpPr>
      <p:grpSpPr>
        <a:xfrm>
          <a:off x="0" y="0"/>
          <a:ext cx="0" cy="0"/>
          <a:chOff x="0" y="0"/>
          <a:chExt cx="0" cy="0"/>
        </a:xfrm>
      </p:grpSpPr>
      <p:sp>
        <p:nvSpPr>
          <p:cNvPr id="138" name="Google Shape;138;p17"/>
          <p:cNvSpPr txBox="1">
            <a:spLocks noGrp="1"/>
          </p:cNvSpPr>
          <p:nvPr>
            <p:ph type="body" idx="1"/>
          </p:nvPr>
        </p:nvSpPr>
        <p:spPr>
          <a:xfrm>
            <a:off x="720000" y="1122425"/>
            <a:ext cx="7704000" cy="2419800"/>
          </a:xfrm>
          <a:prstGeom prst="rect">
            <a:avLst/>
          </a:prstGeom>
          <a:noFill/>
        </p:spPr>
        <p:txBody>
          <a:bodyPr spcFirstLastPara="1" wrap="square" lIns="91425" tIns="91425" rIns="91425" bIns="91425" anchor="t" anchorCtr="0">
            <a:noAutofit/>
          </a:bodyPr>
          <a:lstStyle>
            <a:lvl1pPr marL="457200" lvl="0" indent="-304800" rtl="0">
              <a:spcBef>
                <a:spcPts val="0"/>
              </a:spcBef>
              <a:spcAft>
                <a:spcPts val="0"/>
              </a:spcAft>
              <a:buClr>
                <a:schemeClr val="dk2"/>
              </a:buClr>
              <a:buSzPts val="1200"/>
              <a:buChar char="●"/>
              <a:defRPr sz="1200"/>
            </a:lvl1pPr>
            <a:lvl2pPr marL="914400" lvl="1" indent="-317500" rtl="0">
              <a:lnSpc>
                <a:spcPct val="100000"/>
              </a:lnSpc>
              <a:spcBef>
                <a:spcPts val="0"/>
              </a:spcBef>
              <a:spcAft>
                <a:spcPts val="0"/>
              </a:spcAft>
              <a:buSzPts val="1400"/>
              <a:buChar char="○"/>
              <a:defRPr sz="1400"/>
            </a:lvl2pPr>
            <a:lvl3pPr marL="1371600" lvl="2" indent="-317500" rtl="0">
              <a:lnSpc>
                <a:spcPct val="100000"/>
              </a:lnSpc>
              <a:spcBef>
                <a:spcPts val="0"/>
              </a:spcBef>
              <a:spcAft>
                <a:spcPts val="0"/>
              </a:spcAft>
              <a:buSzPts val="1400"/>
              <a:buChar char="■"/>
              <a:defRPr sz="1400"/>
            </a:lvl3pPr>
            <a:lvl4pPr marL="1828800" lvl="3" indent="-317500" rtl="0">
              <a:lnSpc>
                <a:spcPct val="100000"/>
              </a:lnSpc>
              <a:spcBef>
                <a:spcPts val="0"/>
              </a:spcBef>
              <a:spcAft>
                <a:spcPts val="0"/>
              </a:spcAft>
              <a:buSzPts val="1400"/>
              <a:buChar char="●"/>
              <a:defRPr sz="1400"/>
            </a:lvl4pPr>
            <a:lvl5pPr marL="2286000" lvl="4" indent="-317500" rtl="0">
              <a:lnSpc>
                <a:spcPct val="100000"/>
              </a:lnSpc>
              <a:spcBef>
                <a:spcPts val="0"/>
              </a:spcBef>
              <a:spcAft>
                <a:spcPts val="0"/>
              </a:spcAft>
              <a:buSzPts val="1400"/>
              <a:buChar char="○"/>
              <a:defRPr sz="1400"/>
            </a:lvl5pPr>
            <a:lvl6pPr marL="2743200" lvl="5" indent="-317500" rtl="0">
              <a:lnSpc>
                <a:spcPct val="100000"/>
              </a:lnSpc>
              <a:spcBef>
                <a:spcPts val="0"/>
              </a:spcBef>
              <a:spcAft>
                <a:spcPts val="0"/>
              </a:spcAft>
              <a:buSzPts val="1400"/>
              <a:buChar char="■"/>
              <a:defRPr sz="1400"/>
            </a:lvl6pPr>
            <a:lvl7pPr marL="3200400" lvl="6" indent="-317500" rtl="0">
              <a:lnSpc>
                <a:spcPct val="100000"/>
              </a:lnSpc>
              <a:spcBef>
                <a:spcPts val="0"/>
              </a:spcBef>
              <a:spcAft>
                <a:spcPts val="0"/>
              </a:spcAft>
              <a:buSzPts val="1400"/>
              <a:buChar char="●"/>
              <a:defRPr sz="1400"/>
            </a:lvl7pPr>
            <a:lvl8pPr marL="3657600" lvl="7" indent="-317500" rtl="0">
              <a:lnSpc>
                <a:spcPct val="100000"/>
              </a:lnSpc>
              <a:spcBef>
                <a:spcPts val="0"/>
              </a:spcBef>
              <a:spcAft>
                <a:spcPts val="0"/>
              </a:spcAft>
              <a:buSzPts val="1400"/>
              <a:buChar char="○"/>
              <a:defRPr sz="1400"/>
            </a:lvl8pPr>
            <a:lvl9pPr marL="4114800" lvl="8" indent="-317500" rtl="0">
              <a:lnSpc>
                <a:spcPct val="100000"/>
              </a:lnSpc>
              <a:spcBef>
                <a:spcPts val="0"/>
              </a:spcBef>
              <a:spcAft>
                <a:spcPts val="0"/>
              </a:spcAft>
              <a:buSzPts val="1400"/>
              <a:buChar char="■"/>
              <a:defRPr sz="1400"/>
            </a:lvl9pPr>
          </a:lstStyle>
          <a:p>
            <a:endParaRPr/>
          </a:p>
        </p:txBody>
      </p:sp>
      <p:sp>
        <p:nvSpPr>
          <p:cNvPr id="139" name="Google Shape;139;p17"/>
          <p:cNvSpPr txBox="1">
            <a:spLocks noGrp="1"/>
          </p:cNvSpPr>
          <p:nvPr>
            <p:ph type="title"/>
          </p:nvPr>
        </p:nvSpPr>
        <p:spPr>
          <a:xfrm>
            <a:off x="720000" y="445025"/>
            <a:ext cx="7704000" cy="572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40" name="Google Shape;140;p17"/>
          <p:cNvSpPr/>
          <p:nvPr/>
        </p:nvSpPr>
        <p:spPr>
          <a:xfrm>
            <a:off x="178075" y="748275"/>
            <a:ext cx="251525" cy="269450"/>
          </a:xfrm>
          <a:custGeom>
            <a:avLst/>
            <a:gdLst/>
            <a:ahLst/>
            <a:cxnLst/>
            <a:rect l="l" t="t" r="r" b="b"/>
            <a:pathLst>
              <a:path w="10061" h="10778" extrusionOk="0">
                <a:moveTo>
                  <a:pt x="6902" y="1"/>
                </a:moveTo>
                <a:cubicBezTo>
                  <a:pt x="6568" y="1"/>
                  <a:pt x="6231" y="40"/>
                  <a:pt x="5913" y="150"/>
                </a:cubicBezTo>
                <a:cubicBezTo>
                  <a:pt x="5073" y="452"/>
                  <a:pt x="4569" y="1225"/>
                  <a:pt x="4048" y="1896"/>
                </a:cubicBezTo>
                <a:cubicBezTo>
                  <a:pt x="2553" y="3862"/>
                  <a:pt x="0" y="6331"/>
                  <a:pt x="572" y="9085"/>
                </a:cubicBezTo>
                <a:cubicBezTo>
                  <a:pt x="706" y="9707"/>
                  <a:pt x="1058" y="10413"/>
                  <a:pt x="1696" y="10648"/>
                </a:cubicBezTo>
                <a:cubicBezTo>
                  <a:pt x="1945" y="10738"/>
                  <a:pt x="2183" y="10778"/>
                  <a:pt x="2411" y="10778"/>
                </a:cubicBezTo>
                <a:cubicBezTo>
                  <a:pt x="3416" y="10778"/>
                  <a:pt x="4224" y="10002"/>
                  <a:pt x="4854" y="9304"/>
                </a:cubicBezTo>
                <a:cubicBezTo>
                  <a:pt x="5812" y="8263"/>
                  <a:pt x="7273" y="7826"/>
                  <a:pt x="7776" y="6348"/>
                </a:cubicBezTo>
                <a:cubicBezTo>
                  <a:pt x="7978" y="5710"/>
                  <a:pt x="7944" y="5004"/>
                  <a:pt x="8163" y="4400"/>
                </a:cubicBezTo>
                <a:cubicBezTo>
                  <a:pt x="8399" y="3677"/>
                  <a:pt x="9154" y="2971"/>
                  <a:pt x="9541" y="2300"/>
                </a:cubicBezTo>
                <a:cubicBezTo>
                  <a:pt x="9758" y="1896"/>
                  <a:pt x="10061" y="1191"/>
                  <a:pt x="9859" y="738"/>
                </a:cubicBezTo>
                <a:cubicBezTo>
                  <a:pt x="9608" y="183"/>
                  <a:pt x="9154" y="268"/>
                  <a:pt x="8634" y="217"/>
                </a:cubicBezTo>
                <a:cubicBezTo>
                  <a:pt x="8179" y="167"/>
                  <a:pt x="7727" y="66"/>
                  <a:pt x="7273" y="15"/>
                </a:cubicBezTo>
                <a:cubicBezTo>
                  <a:pt x="7150" y="6"/>
                  <a:pt x="7026"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7"/>
          <p:cNvSpPr/>
          <p:nvPr/>
        </p:nvSpPr>
        <p:spPr>
          <a:xfrm rot="-5400000" flipH="1">
            <a:off x="8124772" y="3908949"/>
            <a:ext cx="1219090" cy="1600038"/>
          </a:xfrm>
          <a:custGeom>
            <a:avLst/>
            <a:gdLst/>
            <a:ahLst/>
            <a:cxnLst/>
            <a:rect l="l" t="t" r="r" b="b"/>
            <a:pathLst>
              <a:path w="38213" h="50154" extrusionOk="0">
                <a:moveTo>
                  <a:pt x="38212" y="1"/>
                </a:moveTo>
                <a:cubicBezTo>
                  <a:pt x="37406" y="404"/>
                  <a:pt x="36549" y="740"/>
                  <a:pt x="35944" y="1395"/>
                </a:cubicBezTo>
                <a:cubicBezTo>
                  <a:pt x="35474" y="1882"/>
                  <a:pt x="35122" y="2470"/>
                  <a:pt x="34618" y="2957"/>
                </a:cubicBezTo>
                <a:cubicBezTo>
                  <a:pt x="32719" y="4855"/>
                  <a:pt x="30670" y="6636"/>
                  <a:pt x="28688" y="8416"/>
                </a:cubicBezTo>
                <a:cubicBezTo>
                  <a:pt x="26673" y="10213"/>
                  <a:pt x="25145" y="12430"/>
                  <a:pt x="23347" y="14429"/>
                </a:cubicBezTo>
                <a:cubicBezTo>
                  <a:pt x="21987" y="15957"/>
                  <a:pt x="20845" y="17587"/>
                  <a:pt x="19602" y="19199"/>
                </a:cubicBezTo>
                <a:cubicBezTo>
                  <a:pt x="18375" y="20794"/>
                  <a:pt x="16964" y="22055"/>
                  <a:pt x="16192" y="23936"/>
                </a:cubicBezTo>
                <a:cubicBezTo>
                  <a:pt x="15520" y="25564"/>
                  <a:pt x="15269" y="27261"/>
                  <a:pt x="15083" y="29008"/>
                </a:cubicBezTo>
                <a:cubicBezTo>
                  <a:pt x="14915" y="30553"/>
                  <a:pt x="15184" y="31998"/>
                  <a:pt x="14411" y="33425"/>
                </a:cubicBezTo>
                <a:cubicBezTo>
                  <a:pt x="13556" y="34988"/>
                  <a:pt x="12026" y="35978"/>
                  <a:pt x="10835" y="37254"/>
                </a:cubicBezTo>
                <a:cubicBezTo>
                  <a:pt x="9121" y="39102"/>
                  <a:pt x="7323" y="40833"/>
                  <a:pt x="5610" y="42663"/>
                </a:cubicBezTo>
                <a:cubicBezTo>
                  <a:pt x="4031" y="44376"/>
                  <a:pt x="2101" y="45905"/>
                  <a:pt x="706" y="47769"/>
                </a:cubicBezTo>
                <a:cubicBezTo>
                  <a:pt x="370" y="48223"/>
                  <a:pt x="0" y="48609"/>
                  <a:pt x="471" y="48996"/>
                </a:cubicBezTo>
                <a:cubicBezTo>
                  <a:pt x="656" y="49130"/>
                  <a:pt x="1378" y="49164"/>
                  <a:pt x="1613" y="49197"/>
                </a:cubicBezTo>
                <a:cubicBezTo>
                  <a:pt x="2688" y="49365"/>
                  <a:pt x="3796" y="49314"/>
                  <a:pt x="4889" y="49432"/>
                </a:cubicBezTo>
                <a:cubicBezTo>
                  <a:pt x="8365" y="49818"/>
                  <a:pt x="11724" y="50154"/>
                  <a:pt x="15235" y="50154"/>
                </a:cubicBezTo>
                <a:cubicBezTo>
                  <a:pt x="19333" y="50154"/>
                  <a:pt x="23432" y="49936"/>
                  <a:pt x="27530" y="49818"/>
                </a:cubicBezTo>
                <a:cubicBezTo>
                  <a:pt x="30603" y="49717"/>
                  <a:pt x="33660" y="49567"/>
                  <a:pt x="36750" y="49567"/>
                </a:cubicBezTo>
                <a:lnTo>
                  <a:pt x="382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7"/>
          <p:cNvSpPr/>
          <p:nvPr/>
        </p:nvSpPr>
        <p:spPr>
          <a:xfrm rot="-5400000" flipH="1">
            <a:off x="8691687" y="3711509"/>
            <a:ext cx="660158" cy="631191"/>
          </a:xfrm>
          <a:custGeom>
            <a:avLst/>
            <a:gdLst/>
            <a:ahLst/>
            <a:cxnLst/>
            <a:rect l="l" t="t" r="r" b="b"/>
            <a:pathLst>
              <a:path w="20693" h="19785" extrusionOk="0">
                <a:moveTo>
                  <a:pt x="17490" y="0"/>
                </a:moveTo>
                <a:cubicBezTo>
                  <a:pt x="16327" y="0"/>
                  <a:pt x="15055" y="330"/>
                  <a:pt x="14259" y="665"/>
                </a:cubicBezTo>
                <a:cubicBezTo>
                  <a:pt x="12161" y="1572"/>
                  <a:pt x="10380" y="2933"/>
                  <a:pt x="8667" y="4411"/>
                </a:cubicBezTo>
                <a:cubicBezTo>
                  <a:pt x="7541" y="5401"/>
                  <a:pt x="6533" y="6812"/>
                  <a:pt x="5039" y="7182"/>
                </a:cubicBezTo>
                <a:cubicBezTo>
                  <a:pt x="4249" y="7383"/>
                  <a:pt x="3494" y="7618"/>
                  <a:pt x="2939" y="8257"/>
                </a:cubicBezTo>
                <a:cubicBezTo>
                  <a:pt x="2502" y="8761"/>
                  <a:pt x="2116" y="9399"/>
                  <a:pt x="1763" y="9970"/>
                </a:cubicBezTo>
                <a:cubicBezTo>
                  <a:pt x="688" y="11683"/>
                  <a:pt x="0" y="13985"/>
                  <a:pt x="856" y="15949"/>
                </a:cubicBezTo>
                <a:cubicBezTo>
                  <a:pt x="1662" y="17781"/>
                  <a:pt x="3695" y="18721"/>
                  <a:pt x="5458" y="19443"/>
                </a:cubicBezTo>
                <a:cubicBezTo>
                  <a:pt x="6119" y="19707"/>
                  <a:pt x="6759" y="19785"/>
                  <a:pt x="7400" y="19785"/>
                </a:cubicBezTo>
                <a:cubicBezTo>
                  <a:pt x="8144" y="19785"/>
                  <a:pt x="8890" y="19681"/>
                  <a:pt x="9675" y="19645"/>
                </a:cubicBezTo>
                <a:cubicBezTo>
                  <a:pt x="9730" y="19641"/>
                  <a:pt x="9786" y="19639"/>
                  <a:pt x="9841" y="19639"/>
                </a:cubicBezTo>
                <a:cubicBezTo>
                  <a:pt x="10170" y="19639"/>
                  <a:pt x="10493" y="19697"/>
                  <a:pt x="10821" y="19697"/>
                </a:cubicBezTo>
                <a:cubicBezTo>
                  <a:pt x="10920" y="19697"/>
                  <a:pt x="11019" y="19692"/>
                  <a:pt x="11119" y="19678"/>
                </a:cubicBezTo>
                <a:cubicBezTo>
                  <a:pt x="11841" y="19577"/>
                  <a:pt x="12597" y="19241"/>
                  <a:pt x="13236" y="18905"/>
                </a:cubicBezTo>
                <a:cubicBezTo>
                  <a:pt x="15352" y="17814"/>
                  <a:pt x="16897" y="16185"/>
                  <a:pt x="18055" y="14102"/>
                </a:cubicBezTo>
                <a:cubicBezTo>
                  <a:pt x="19282" y="11885"/>
                  <a:pt x="20189" y="9584"/>
                  <a:pt x="20525" y="7047"/>
                </a:cubicBezTo>
                <a:cubicBezTo>
                  <a:pt x="20693" y="5771"/>
                  <a:pt x="20592" y="4445"/>
                  <a:pt x="20440" y="3168"/>
                </a:cubicBezTo>
                <a:cubicBezTo>
                  <a:pt x="20340" y="2311"/>
                  <a:pt x="20323" y="1337"/>
                  <a:pt x="19685" y="698"/>
                </a:cubicBezTo>
                <a:cubicBezTo>
                  <a:pt x="19180" y="187"/>
                  <a:pt x="18366" y="0"/>
                  <a:pt x="174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7"/>
          <p:cNvSpPr/>
          <p:nvPr/>
        </p:nvSpPr>
        <p:spPr>
          <a:xfrm rot="-5400000" flipH="1">
            <a:off x="8425482" y="2787395"/>
            <a:ext cx="333222" cy="326363"/>
          </a:xfrm>
          <a:custGeom>
            <a:avLst/>
            <a:gdLst/>
            <a:ahLst/>
            <a:cxnLst/>
            <a:rect l="l" t="t" r="r" b="b"/>
            <a:pathLst>
              <a:path w="10445" h="10230" extrusionOk="0">
                <a:moveTo>
                  <a:pt x="7131" y="0"/>
                </a:moveTo>
                <a:cubicBezTo>
                  <a:pt x="6773" y="0"/>
                  <a:pt x="6382" y="95"/>
                  <a:pt x="5962" y="306"/>
                </a:cubicBezTo>
                <a:cubicBezTo>
                  <a:pt x="4451" y="1062"/>
                  <a:pt x="2905" y="2003"/>
                  <a:pt x="1663" y="3161"/>
                </a:cubicBezTo>
                <a:cubicBezTo>
                  <a:pt x="706" y="4068"/>
                  <a:pt x="0" y="5177"/>
                  <a:pt x="34" y="6538"/>
                </a:cubicBezTo>
                <a:cubicBezTo>
                  <a:pt x="50" y="7293"/>
                  <a:pt x="252" y="8032"/>
                  <a:pt x="538" y="8722"/>
                </a:cubicBezTo>
                <a:cubicBezTo>
                  <a:pt x="807" y="9393"/>
                  <a:pt x="1259" y="9981"/>
                  <a:pt x="1982" y="10166"/>
                </a:cubicBezTo>
                <a:cubicBezTo>
                  <a:pt x="2161" y="10209"/>
                  <a:pt x="2342" y="10229"/>
                  <a:pt x="2524" y="10229"/>
                </a:cubicBezTo>
                <a:cubicBezTo>
                  <a:pt x="3682" y="10229"/>
                  <a:pt x="4893" y="9434"/>
                  <a:pt x="5778" y="8838"/>
                </a:cubicBezTo>
                <a:cubicBezTo>
                  <a:pt x="6920" y="8050"/>
                  <a:pt x="8264" y="7125"/>
                  <a:pt x="9086" y="6017"/>
                </a:cubicBezTo>
                <a:cubicBezTo>
                  <a:pt x="10445" y="4163"/>
                  <a:pt x="9506" y="0"/>
                  <a:pt x="71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7"/>
          <p:cNvSpPr/>
          <p:nvPr/>
        </p:nvSpPr>
        <p:spPr>
          <a:xfrm rot="-5400000" flipH="1">
            <a:off x="7432985" y="4615085"/>
            <a:ext cx="209408" cy="187778"/>
          </a:xfrm>
          <a:custGeom>
            <a:avLst/>
            <a:gdLst/>
            <a:ahLst/>
            <a:cxnLst/>
            <a:rect l="l" t="t" r="r" b="b"/>
            <a:pathLst>
              <a:path w="6564" h="5886" extrusionOk="0">
                <a:moveTo>
                  <a:pt x="3986" y="0"/>
                </a:moveTo>
                <a:cubicBezTo>
                  <a:pt x="1783" y="0"/>
                  <a:pt x="1" y="3778"/>
                  <a:pt x="1608" y="5340"/>
                </a:cubicBezTo>
                <a:cubicBezTo>
                  <a:pt x="1999" y="5720"/>
                  <a:pt x="2545" y="5886"/>
                  <a:pt x="3124" y="5886"/>
                </a:cubicBezTo>
                <a:cubicBezTo>
                  <a:pt x="4289" y="5886"/>
                  <a:pt x="5588" y="5214"/>
                  <a:pt x="6026" y="4249"/>
                </a:cubicBezTo>
                <a:cubicBezTo>
                  <a:pt x="6564" y="3040"/>
                  <a:pt x="6076" y="789"/>
                  <a:pt x="4850" y="201"/>
                </a:cubicBezTo>
                <a:cubicBezTo>
                  <a:pt x="4559" y="63"/>
                  <a:pt x="4269" y="0"/>
                  <a:pt x="3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7"/>
          <p:cNvSpPr/>
          <p:nvPr/>
        </p:nvSpPr>
        <p:spPr>
          <a:xfrm rot="-5400000" flipH="1">
            <a:off x="7896502" y="4855948"/>
            <a:ext cx="162416" cy="207111"/>
          </a:xfrm>
          <a:custGeom>
            <a:avLst/>
            <a:gdLst/>
            <a:ahLst/>
            <a:cxnLst/>
            <a:rect l="l" t="t" r="r" b="b"/>
            <a:pathLst>
              <a:path w="5091" h="6492" extrusionOk="0">
                <a:moveTo>
                  <a:pt x="2889" y="0"/>
                </a:moveTo>
                <a:cubicBezTo>
                  <a:pt x="1753" y="0"/>
                  <a:pt x="718" y="1587"/>
                  <a:pt x="287" y="2530"/>
                </a:cubicBezTo>
                <a:cubicBezTo>
                  <a:pt x="0" y="3169"/>
                  <a:pt x="34" y="3639"/>
                  <a:pt x="168" y="4293"/>
                </a:cubicBezTo>
                <a:cubicBezTo>
                  <a:pt x="370" y="5184"/>
                  <a:pt x="605" y="6275"/>
                  <a:pt x="1646" y="6461"/>
                </a:cubicBezTo>
                <a:cubicBezTo>
                  <a:pt x="1757" y="6482"/>
                  <a:pt x="1872" y="6492"/>
                  <a:pt x="1989" y="6492"/>
                </a:cubicBezTo>
                <a:cubicBezTo>
                  <a:pt x="3191" y="6492"/>
                  <a:pt x="4674" y="5440"/>
                  <a:pt x="4889" y="4277"/>
                </a:cubicBezTo>
                <a:cubicBezTo>
                  <a:pt x="5090" y="3151"/>
                  <a:pt x="4703" y="1203"/>
                  <a:pt x="3863" y="430"/>
                </a:cubicBezTo>
                <a:cubicBezTo>
                  <a:pt x="3538" y="127"/>
                  <a:pt x="3209" y="0"/>
                  <a:pt x="288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7"/>
          <p:cNvSpPr/>
          <p:nvPr/>
        </p:nvSpPr>
        <p:spPr>
          <a:xfrm rot="-5400000" flipH="1">
            <a:off x="4993785" y="70810"/>
            <a:ext cx="209408" cy="187778"/>
          </a:xfrm>
          <a:custGeom>
            <a:avLst/>
            <a:gdLst/>
            <a:ahLst/>
            <a:cxnLst/>
            <a:rect l="l" t="t" r="r" b="b"/>
            <a:pathLst>
              <a:path w="6564" h="5886" extrusionOk="0">
                <a:moveTo>
                  <a:pt x="3986" y="0"/>
                </a:moveTo>
                <a:cubicBezTo>
                  <a:pt x="1783" y="0"/>
                  <a:pt x="1" y="3778"/>
                  <a:pt x="1608" y="5340"/>
                </a:cubicBezTo>
                <a:cubicBezTo>
                  <a:pt x="1999" y="5720"/>
                  <a:pt x="2545" y="5886"/>
                  <a:pt x="3124" y="5886"/>
                </a:cubicBezTo>
                <a:cubicBezTo>
                  <a:pt x="4289" y="5886"/>
                  <a:pt x="5588" y="5214"/>
                  <a:pt x="6026" y="4249"/>
                </a:cubicBezTo>
                <a:cubicBezTo>
                  <a:pt x="6564" y="3040"/>
                  <a:pt x="6076" y="789"/>
                  <a:pt x="4850" y="201"/>
                </a:cubicBezTo>
                <a:cubicBezTo>
                  <a:pt x="4559" y="63"/>
                  <a:pt x="4269" y="0"/>
                  <a:pt x="39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47"/>
        <p:cNvGrpSpPr/>
        <p:nvPr/>
      </p:nvGrpSpPr>
      <p:grpSpPr>
        <a:xfrm>
          <a:off x="0" y="0"/>
          <a:ext cx="0" cy="0"/>
          <a:chOff x="0" y="0"/>
          <a:chExt cx="0" cy="0"/>
        </a:xfrm>
      </p:grpSpPr>
      <p:sp>
        <p:nvSpPr>
          <p:cNvPr id="148" name="Google Shape;148;p18"/>
          <p:cNvSpPr txBox="1">
            <a:spLocks noGrp="1"/>
          </p:cNvSpPr>
          <p:nvPr>
            <p:ph type="subTitle" idx="1"/>
          </p:nvPr>
        </p:nvSpPr>
        <p:spPr>
          <a:xfrm>
            <a:off x="1290763" y="3215900"/>
            <a:ext cx="29076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9pPr>
          </a:lstStyle>
          <a:p>
            <a:endParaRPr/>
          </a:p>
        </p:txBody>
      </p:sp>
      <p:sp>
        <p:nvSpPr>
          <p:cNvPr id="149" name="Google Shape;149;p18"/>
          <p:cNvSpPr txBox="1">
            <a:spLocks noGrp="1"/>
          </p:cNvSpPr>
          <p:nvPr>
            <p:ph type="subTitle" idx="2"/>
          </p:nvPr>
        </p:nvSpPr>
        <p:spPr>
          <a:xfrm>
            <a:off x="4945638" y="3215900"/>
            <a:ext cx="2907600" cy="572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9pPr>
          </a:lstStyle>
          <a:p>
            <a:endParaRPr/>
          </a:p>
        </p:txBody>
      </p:sp>
      <p:sp>
        <p:nvSpPr>
          <p:cNvPr id="150" name="Google Shape;150;p18"/>
          <p:cNvSpPr txBox="1">
            <a:spLocks noGrp="1"/>
          </p:cNvSpPr>
          <p:nvPr>
            <p:ph type="subTitle" idx="3"/>
          </p:nvPr>
        </p:nvSpPr>
        <p:spPr>
          <a:xfrm>
            <a:off x="1290763" y="3759575"/>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1" name="Google Shape;151;p18"/>
          <p:cNvSpPr txBox="1">
            <a:spLocks noGrp="1"/>
          </p:cNvSpPr>
          <p:nvPr>
            <p:ph type="subTitle" idx="4"/>
          </p:nvPr>
        </p:nvSpPr>
        <p:spPr>
          <a:xfrm>
            <a:off x="4945638" y="3759575"/>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2" name="Google Shape;152;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62"/>
        <p:cNvGrpSpPr/>
        <p:nvPr/>
      </p:nvGrpSpPr>
      <p:grpSpPr>
        <a:xfrm>
          <a:off x="0" y="0"/>
          <a:ext cx="0" cy="0"/>
          <a:chOff x="0" y="0"/>
          <a:chExt cx="0" cy="0"/>
        </a:xfrm>
      </p:grpSpPr>
      <p:sp>
        <p:nvSpPr>
          <p:cNvPr id="163" name="Google Shape;163;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4" name="Google Shape;164;p20"/>
          <p:cNvSpPr txBox="1">
            <a:spLocks noGrp="1"/>
          </p:cNvSpPr>
          <p:nvPr>
            <p:ph type="subTitle" idx="1"/>
          </p:nvPr>
        </p:nvSpPr>
        <p:spPr>
          <a:xfrm>
            <a:off x="715000" y="2304400"/>
            <a:ext cx="2343600" cy="71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65" name="Google Shape;165;p20"/>
          <p:cNvSpPr txBox="1">
            <a:spLocks noGrp="1"/>
          </p:cNvSpPr>
          <p:nvPr>
            <p:ph type="subTitle" idx="2"/>
          </p:nvPr>
        </p:nvSpPr>
        <p:spPr>
          <a:xfrm>
            <a:off x="715000" y="2951600"/>
            <a:ext cx="2343600" cy="1656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6" name="Google Shape;166;p20"/>
          <p:cNvSpPr txBox="1">
            <a:spLocks noGrp="1"/>
          </p:cNvSpPr>
          <p:nvPr>
            <p:ph type="subTitle" idx="3"/>
          </p:nvPr>
        </p:nvSpPr>
        <p:spPr>
          <a:xfrm>
            <a:off x="3400148" y="2951600"/>
            <a:ext cx="2343600" cy="1656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7" name="Google Shape;167;p20"/>
          <p:cNvSpPr txBox="1">
            <a:spLocks noGrp="1"/>
          </p:cNvSpPr>
          <p:nvPr>
            <p:ph type="subTitle" idx="4"/>
          </p:nvPr>
        </p:nvSpPr>
        <p:spPr>
          <a:xfrm>
            <a:off x="6085299" y="2951600"/>
            <a:ext cx="2343600" cy="1656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8" name="Google Shape;168;p20"/>
          <p:cNvSpPr txBox="1">
            <a:spLocks noGrp="1"/>
          </p:cNvSpPr>
          <p:nvPr>
            <p:ph type="subTitle" idx="5"/>
          </p:nvPr>
        </p:nvSpPr>
        <p:spPr>
          <a:xfrm>
            <a:off x="3400149" y="2304400"/>
            <a:ext cx="2343600" cy="71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69" name="Google Shape;169;p20"/>
          <p:cNvSpPr txBox="1">
            <a:spLocks noGrp="1"/>
          </p:cNvSpPr>
          <p:nvPr>
            <p:ph type="subTitle" idx="6"/>
          </p:nvPr>
        </p:nvSpPr>
        <p:spPr>
          <a:xfrm>
            <a:off x="6085300" y="2304400"/>
            <a:ext cx="2343600" cy="71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70" name="Google Shape;170;p20"/>
          <p:cNvSpPr/>
          <p:nvPr/>
        </p:nvSpPr>
        <p:spPr>
          <a:xfrm rot="10800000">
            <a:off x="6466300" y="-122427"/>
            <a:ext cx="3554048" cy="1314858"/>
          </a:xfrm>
          <a:custGeom>
            <a:avLst/>
            <a:gdLst/>
            <a:ahLst/>
            <a:cxnLst/>
            <a:rect l="l" t="t" r="r" b="b"/>
            <a:pathLst>
              <a:path w="98151" h="36312" extrusionOk="0">
                <a:moveTo>
                  <a:pt x="19922" y="1"/>
                </a:moveTo>
                <a:cubicBezTo>
                  <a:pt x="19819" y="1"/>
                  <a:pt x="19715" y="3"/>
                  <a:pt x="19612" y="8"/>
                </a:cubicBezTo>
                <a:cubicBezTo>
                  <a:pt x="17496" y="126"/>
                  <a:pt x="15816" y="1419"/>
                  <a:pt x="14237" y="2713"/>
                </a:cubicBezTo>
                <a:cubicBezTo>
                  <a:pt x="12574" y="4072"/>
                  <a:pt x="10995" y="5534"/>
                  <a:pt x="9501" y="7080"/>
                </a:cubicBezTo>
                <a:cubicBezTo>
                  <a:pt x="6545" y="10119"/>
                  <a:pt x="3941" y="13478"/>
                  <a:pt x="1724" y="17090"/>
                </a:cubicBezTo>
                <a:cubicBezTo>
                  <a:pt x="1170" y="17980"/>
                  <a:pt x="649" y="18887"/>
                  <a:pt x="162" y="19811"/>
                </a:cubicBezTo>
                <a:cubicBezTo>
                  <a:pt x="0" y="20112"/>
                  <a:pt x="261" y="20382"/>
                  <a:pt x="516" y="20382"/>
                </a:cubicBezTo>
                <a:cubicBezTo>
                  <a:pt x="630" y="20382"/>
                  <a:pt x="744" y="20327"/>
                  <a:pt x="817" y="20197"/>
                </a:cubicBezTo>
                <a:cubicBezTo>
                  <a:pt x="2899" y="16535"/>
                  <a:pt x="5336" y="13093"/>
                  <a:pt x="8124" y="9918"/>
                </a:cubicBezTo>
                <a:cubicBezTo>
                  <a:pt x="9467" y="8390"/>
                  <a:pt x="10894" y="6928"/>
                  <a:pt x="12406" y="5551"/>
                </a:cubicBezTo>
                <a:cubicBezTo>
                  <a:pt x="13918" y="4157"/>
                  <a:pt x="15514" y="2628"/>
                  <a:pt x="17344" y="1654"/>
                </a:cubicBezTo>
                <a:cubicBezTo>
                  <a:pt x="18186" y="1196"/>
                  <a:pt x="19050" y="1011"/>
                  <a:pt x="19917" y="1011"/>
                </a:cubicBezTo>
                <a:cubicBezTo>
                  <a:pt x="21211" y="1011"/>
                  <a:pt x="22513" y="1423"/>
                  <a:pt x="23760" y="1956"/>
                </a:cubicBezTo>
                <a:cubicBezTo>
                  <a:pt x="25592" y="2729"/>
                  <a:pt x="27355" y="3653"/>
                  <a:pt x="29034" y="4728"/>
                </a:cubicBezTo>
                <a:cubicBezTo>
                  <a:pt x="32411" y="6861"/>
                  <a:pt x="35434" y="9582"/>
                  <a:pt x="37936" y="12706"/>
                </a:cubicBezTo>
                <a:cubicBezTo>
                  <a:pt x="39196" y="14285"/>
                  <a:pt x="40305" y="15998"/>
                  <a:pt x="41783" y="17375"/>
                </a:cubicBezTo>
                <a:cubicBezTo>
                  <a:pt x="43176" y="18669"/>
                  <a:pt x="44856" y="19491"/>
                  <a:pt x="46670" y="19995"/>
                </a:cubicBezTo>
                <a:cubicBezTo>
                  <a:pt x="50365" y="21020"/>
                  <a:pt x="54347" y="20785"/>
                  <a:pt x="57941" y="22212"/>
                </a:cubicBezTo>
                <a:cubicBezTo>
                  <a:pt x="61182" y="23522"/>
                  <a:pt x="63701" y="26109"/>
                  <a:pt x="66523" y="28091"/>
                </a:cubicBezTo>
                <a:cubicBezTo>
                  <a:pt x="67918" y="29065"/>
                  <a:pt x="69412" y="29922"/>
                  <a:pt x="71058" y="30393"/>
                </a:cubicBezTo>
                <a:cubicBezTo>
                  <a:pt x="71959" y="30649"/>
                  <a:pt x="72870" y="30757"/>
                  <a:pt x="73782" y="30757"/>
                </a:cubicBezTo>
                <a:cubicBezTo>
                  <a:pt x="74844" y="30757"/>
                  <a:pt x="75906" y="30610"/>
                  <a:pt x="76954" y="30375"/>
                </a:cubicBezTo>
                <a:cubicBezTo>
                  <a:pt x="79037" y="29905"/>
                  <a:pt x="81052" y="29150"/>
                  <a:pt x="83151" y="28830"/>
                </a:cubicBezTo>
                <a:cubicBezTo>
                  <a:pt x="83830" y="28732"/>
                  <a:pt x="84517" y="28684"/>
                  <a:pt x="85205" y="28684"/>
                </a:cubicBezTo>
                <a:cubicBezTo>
                  <a:pt x="86169" y="28684"/>
                  <a:pt x="87132" y="28779"/>
                  <a:pt x="88073" y="28964"/>
                </a:cubicBezTo>
                <a:cubicBezTo>
                  <a:pt x="91180" y="29586"/>
                  <a:pt x="94187" y="31199"/>
                  <a:pt x="95967" y="33920"/>
                </a:cubicBezTo>
                <a:cubicBezTo>
                  <a:pt x="96386" y="34558"/>
                  <a:pt x="96773" y="35246"/>
                  <a:pt x="97058" y="35969"/>
                </a:cubicBezTo>
                <a:cubicBezTo>
                  <a:pt x="97153" y="36206"/>
                  <a:pt x="97361" y="36312"/>
                  <a:pt x="97563" y="36312"/>
                </a:cubicBezTo>
                <a:cubicBezTo>
                  <a:pt x="97862" y="36312"/>
                  <a:pt x="98150" y="36081"/>
                  <a:pt x="98050" y="35700"/>
                </a:cubicBezTo>
                <a:cubicBezTo>
                  <a:pt x="97126" y="32458"/>
                  <a:pt x="94422" y="30124"/>
                  <a:pt x="91415" y="28847"/>
                </a:cubicBezTo>
                <a:cubicBezTo>
                  <a:pt x="89461" y="28013"/>
                  <a:pt x="87390" y="27616"/>
                  <a:pt x="85306" y="27616"/>
                </a:cubicBezTo>
                <a:cubicBezTo>
                  <a:pt x="83951" y="27616"/>
                  <a:pt x="82591" y="27784"/>
                  <a:pt x="81254" y="28108"/>
                </a:cubicBezTo>
                <a:cubicBezTo>
                  <a:pt x="79070" y="28628"/>
                  <a:pt x="76920" y="29452"/>
                  <a:pt x="74686" y="29654"/>
                </a:cubicBezTo>
                <a:cubicBezTo>
                  <a:pt x="74423" y="29674"/>
                  <a:pt x="74162" y="29685"/>
                  <a:pt x="73903" y="29685"/>
                </a:cubicBezTo>
                <a:cubicBezTo>
                  <a:pt x="72275" y="29685"/>
                  <a:pt x="70724" y="29281"/>
                  <a:pt x="69261" y="28528"/>
                </a:cubicBezTo>
                <a:cubicBezTo>
                  <a:pt x="66086" y="26882"/>
                  <a:pt x="63601" y="24228"/>
                  <a:pt x="60544" y="22398"/>
                </a:cubicBezTo>
                <a:cubicBezTo>
                  <a:pt x="58949" y="21424"/>
                  <a:pt x="57218" y="20785"/>
                  <a:pt x="55388" y="20398"/>
                </a:cubicBezTo>
                <a:cubicBezTo>
                  <a:pt x="53473" y="20013"/>
                  <a:pt x="51507" y="19861"/>
                  <a:pt x="49576" y="19559"/>
                </a:cubicBezTo>
                <a:cubicBezTo>
                  <a:pt x="47678" y="19256"/>
                  <a:pt x="45747" y="18819"/>
                  <a:pt x="44083" y="17845"/>
                </a:cubicBezTo>
                <a:cubicBezTo>
                  <a:pt x="42303" y="16788"/>
                  <a:pt x="41044" y="15124"/>
                  <a:pt x="39817" y="13496"/>
                </a:cubicBezTo>
                <a:cubicBezTo>
                  <a:pt x="37331" y="10220"/>
                  <a:pt x="34476" y="7315"/>
                  <a:pt x="31117" y="4930"/>
                </a:cubicBezTo>
                <a:cubicBezTo>
                  <a:pt x="29455" y="3754"/>
                  <a:pt x="27690" y="2713"/>
                  <a:pt x="25843" y="1822"/>
                </a:cubicBezTo>
                <a:cubicBezTo>
                  <a:pt x="24019" y="942"/>
                  <a:pt x="21997" y="1"/>
                  <a:pt x="199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0"/>
          <p:cNvSpPr/>
          <p:nvPr/>
        </p:nvSpPr>
        <p:spPr>
          <a:xfrm rot="10800000">
            <a:off x="8223914" y="-62621"/>
            <a:ext cx="1541858" cy="817730"/>
          </a:xfrm>
          <a:custGeom>
            <a:avLst/>
            <a:gdLst/>
            <a:ahLst/>
            <a:cxnLst/>
            <a:rect l="l" t="t" r="r" b="b"/>
            <a:pathLst>
              <a:path w="42581" h="22583" extrusionOk="0">
                <a:moveTo>
                  <a:pt x="16841" y="0"/>
                </a:moveTo>
                <a:cubicBezTo>
                  <a:pt x="15788" y="0"/>
                  <a:pt x="14746" y="236"/>
                  <a:pt x="13759" y="702"/>
                </a:cubicBezTo>
                <a:cubicBezTo>
                  <a:pt x="12247" y="1408"/>
                  <a:pt x="10971" y="2550"/>
                  <a:pt x="9795" y="3708"/>
                </a:cubicBezTo>
                <a:cubicBezTo>
                  <a:pt x="6554" y="6899"/>
                  <a:pt x="3363" y="10175"/>
                  <a:pt x="221" y="13467"/>
                </a:cubicBezTo>
                <a:cubicBezTo>
                  <a:pt x="0" y="13702"/>
                  <a:pt x="214" y="14028"/>
                  <a:pt x="463" y="14028"/>
                </a:cubicBezTo>
                <a:cubicBezTo>
                  <a:pt x="534" y="14028"/>
                  <a:pt x="608" y="14001"/>
                  <a:pt x="676" y="13938"/>
                </a:cubicBezTo>
                <a:cubicBezTo>
                  <a:pt x="3581" y="11132"/>
                  <a:pt x="6420" y="8261"/>
                  <a:pt x="9258" y="5405"/>
                </a:cubicBezTo>
                <a:cubicBezTo>
                  <a:pt x="11335" y="3328"/>
                  <a:pt x="13701" y="860"/>
                  <a:pt x="16803" y="860"/>
                </a:cubicBezTo>
                <a:cubicBezTo>
                  <a:pt x="17038" y="860"/>
                  <a:pt x="17278" y="874"/>
                  <a:pt x="17521" y="904"/>
                </a:cubicBezTo>
                <a:cubicBezTo>
                  <a:pt x="19201" y="1105"/>
                  <a:pt x="20730" y="1945"/>
                  <a:pt x="22107" y="2868"/>
                </a:cubicBezTo>
                <a:cubicBezTo>
                  <a:pt x="23568" y="3860"/>
                  <a:pt x="24929" y="5002"/>
                  <a:pt x="26289" y="6144"/>
                </a:cubicBezTo>
                <a:cubicBezTo>
                  <a:pt x="28976" y="8429"/>
                  <a:pt x="31563" y="10847"/>
                  <a:pt x="33999" y="13400"/>
                </a:cubicBezTo>
                <a:cubicBezTo>
                  <a:pt x="35359" y="14827"/>
                  <a:pt x="36669" y="16289"/>
                  <a:pt x="37946" y="17801"/>
                </a:cubicBezTo>
                <a:cubicBezTo>
                  <a:pt x="38568" y="18556"/>
                  <a:pt x="39188" y="19329"/>
                  <a:pt x="39811" y="20101"/>
                </a:cubicBezTo>
                <a:cubicBezTo>
                  <a:pt x="40449" y="20891"/>
                  <a:pt x="41020" y="21765"/>
                  <a:pt x="41759" y="22453"/>
                </a:cubicBezTo>
                <a:cubicBezTo>
                  <a:pt x="41850" y="22544"/>
                  <a:pt x="41951" y="22582"/>
                  <a:pt x="42049" y="22582"/>
                </a:cubicBezTo>
                <a:cubicBezTo>
                  <a:pt x="42332" y="22582"/>
                  <a:pt x="42580" y="22261"/>
                  <a:pt x="42431" y="21949"/>
                </a:cubicBezTo>
                <a:cubicBezTo>
                  <a:pt x="42028" y="21126"/>
                  <a:pt x="41423" y="20421"/>
                  <a:pt x="40868" y="19716"/>
                </a:cubicBezTo>
                <a:cubicBezTo>
                  <a:pt x="40297" y="18977"/>
                  <a:pt x="39726" y="18271"/>
                  <a:pt x="39139" y="17566"/>
                </a:cubicBezTo>
                <a:cubicBezTo>
                  <a:pt x="37979" y="16171"/>
                  <a:pt x="36770" y="14794"/>
                  <a:pt x="35527" y="13467"/>
                </a:cubicBezTo>
                <a:cubicBezTo>
                  <a:pt x="33025" y="10814"/>
                  <a:pt x="30387" y="8294"/>
                  <a:pt x="27599" y="5959"/>
                </a:cubicBezTo>
                <a:cubicBezTo>
                  <a:pt x="26206" y="4783"/>
                  <a:pt x="24795" y="3641"/>
                  <a:pt x="23317" y="2583"/>
                </a:cubicBezTo>
                <a:cubicBezTo>
                  <a:pt x="21888" y="1576"/>
                  <a:pt x="20310" y="635"/>
                  <a:pt x="18580" y="215"/>
                </a:cubicBezTo>
                <a:cubicBezTo>
                  <a:pt x="18002" y="72"/>
                  <a:pt x="17420" y="0"/>
                  <a:pt x="168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0"/>
          <p:cNvSpPr/>
          <p:nvPr/>
        </p:nvSpPr>
        <p:spPr>
          <a:xfrm rot="10800000">
            <a:off x="8586860" y="-62626"/>
            <a:ext cx="914447" cy="410621"/>
          </a:xfrm>
          <a:custGeom>
            <a:avLst/>
            <a:gdLst/>
            <a:ahLst/>
            <a:cxnLst/>
            <a:rect l="l" t="t" r="r" b="b"/>
            <a:pathLst>
              <a:path w="25254" h="11340" extrusionOk="0">
                <a:moveTo>
                  <a:pt x="10038" y="1"/>
                </a:moveTo>
                <a:cubicBezTo>
                  <a:pt x="8226" y="1"/>
                  <a:pt x="6461" y="823"/>
                  <a:pt x="4936" y="1717"/>
                </a:cubicBezTo>
                <a:cubicBezTo>
                  <a:pt x="3138" y="2776"/>
                  <a:pt x="1543" y="4169"/>
                  <a:pt x="215" y="5799"/>
                </a:cubicBezTo>
                <a:cubicBezTo>
                  <a:pt x="0" y="6078"/>
                  <a:pt x="235" y="6453"/>
                  <a:pt x="500" y="6453"/>
                </a:cubicBezTo>
                <a:cubicBezTo>
                  <a:pt x="586" y="6453"/>
                  <a:pt x="675" y="6414"/>
                  <a:pt x="753" y="6319"/>
                </a:cubicBezTo>
                <a:cubicBezTo>
                  <a:pt x="1912" y="4959"/>
                  <a:pt x="3256" y="3784"/>
                  <a:pt x="4768" y="2826"/>
                </a:cubicBezTo>
                <a:cubicBezTo>
                  <a:pt x="6313" y="1851"/>
                  <a:pt x="8143" y="928"/>
                  <a:pt x="9991" y="911"/>
                </a:cubicBezTo>
                <a:cubicBezTo>
                  <a:pt x="10003" y="911"/>
                  <a:pt x="10016" y="911"/>
                  <a:pt x="10029" y="911"/>
                </a:cubicBezTo>
                <a:cubicBezTo>
                  <a:pt x="11926" y="911"/>
                  <a:pt x="13494" y="2094"/>
                  <a:pt x="14946" y="3162"/>
                </a:cubicBezTo>
                <a:cubicBezTo>
                  <a:pt x="16525" y="4304"/>
                  <a:pt x="18037" y="5513"/>
                  <a:pt x="19497" y="6773"/>
                </a:cubicBezTo>
                <a:cubicBezTo>
                  <a:pt x="20321" y="7461"/>
                  <a:pt x="21110" y="8167"/>
                  <a:pt x="21900" y="8906"/>
                </a:cubicBezTo>
                <a:cubicBezTo>
                  <a:pt x="22706" y="9662"/>
                  <a:pt x="23461" y="10485"/>
                  <a:pt x="24301" y="11208"/>
                </a:cubicBezTo>
                <a:cubicBezTo>
                  <a:pt x="24405" y="11300"/>
                  <a:pt x="24517" y="11340"/>
                  <a:pt x="24622" y="11340"/>
                </a:cubicBezTo>
                <a:cubicBezTo>
                  <a:pt x="24974" y="11340"/>
                  <a:pt x="25254" y="10898"/>
                  <a:pt x="24957" y="10536"/>
                </a:cubicBezTo>
                <a:cubicBezTo>
                  <a:pt x="24301" y="9746"/>
                  <a:pt x="23512" y="9058"/>
                  <a:pt x="22773" y="8368"/>
                </a:cubicBezTo>
                <a:cubicBezTo>
                  <a:pt x="22034" y="7680"/>
                  <a:pt x="21278" y="6991"/>
                  <a:pt x="20522" y="6337"/>
                </a:cubicBezTo>
                <a:cubicBezTo>
                  <a:pt x="18977" y="5009"/>
                  <a:pt x="17365" y="3750"/>
                  <a:pt x="15719" y="2541"/>
                </a:cubicBezTo>
                <a:cubicBezTo>
                  <a:pt x="14156" y="1415"/>
                  <a:pt x="12510" y="189"/>
                  <a:pt x="10528" y="21"/>
                </a:cubicBezTo>
                <a:cubicBezTo>
                  <a:pt x="10364" y="7"/>
                  <a:pt x="10201" y="1"/>
                  <a:pt x="100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0"/>
          <p:cNvSpPr/>
          <p:nvPr/>
        </p:nvSpPr>
        <p:spPr>
          <a:xfrm rot="10800000">
            <a:off x="8482529" y="1414159"/>
            <a:ext cx="479312" cy="244997"/>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0"/>
          <p:cNvSpPr/>
          <p:nvPr/>
        </p:nvSpPr>
        <p:spPr>
          <a:xfrm rot="10800000">
            <a:off x="6303533" y="280529"/>
            <a:ext cx="202993" cy="131442"/>
          </a:xfrm>
          <a:custGeom>
            <a:avLst/>
            <a:gdLst/>
            <a:ahLst/>
            <a:cxnLst/>
            <a:rect l="l" t="t" r="r" b="b"/>
            <a:pathLst>
              <a:path w="5606" h="3630" extrusionOk="0">
                <a:moveTo>
                  <a:pt x="1600" y="1"/>
                </a:moveTo>
                <a:cubicBezTo>
                  <a:pt x="1405" y="1"/>
                  <a:pt x="1228" y="25"/>
                  <a:pt x="1076" y="77"/>
                </a:cubicBezTo>
                <a:cubicBezTo>
                  <a:pt x="454" y="296"/>
                  <a:pt x="1" y="867"/>
                  <a:pt x="51" y="1875"/>
                </a:cubicBezTo>
                <a:cubicBezTo>
                  <a:pt x="105" y="2968"/>
                  <a:pt x="1520" y="3630"/>
                  <a:pt x="2785" y="3630"/>
                </a:cubicBezTo>
                <a:cubicBezTo>
                  <a:pt x="3503" y="3630"/>
                  <a:pt x="4172" y="3417"/>
                  <a:pt x="4518" y="2950"/>
                </a:cubicBezTo>
                <a:cubicBezTo>
                  <a:pt x="5605" y="1462"/>
                  <a:pt x="3107" y="1"/>
                  <a:pt x="16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0"/>
          <p:cNvSpPr/>
          <p:nvPr/>
        </p:nvSpPr>
        <p:spPr>
          <a:xfrm rot="10800000">
            <a:off x="507541" y="4727828"/>
            <a:ext cx="207447" cy="172034"/>
          </a:xfrm>
          <a:custGeom>
            <a:avLst/>
            <a:gdLst/>
            <a:ahLst/>
            <a:cxnLst/>
            <a:rect l="l" t="t" r="r" b="b"/>
            <a:pathLst>
              <a:path w="5729" h="4751" extrusionOk="0">
                <a:moveTo>
                  <a:pt x="3297" y="1"/>
                </a:moveTo>
                <a:cubicBezTo>
                  <a:pt x="2487" y="1"/>
                  <a:pt x="1637" y="272"/>
                  <a:pt x="1059" y="732"/>
                </a:cubicBezTo>
                <a:cubicBezTo>
                  <a:pt x="336" y="1321"/>
                  <a:pt x="0" y="2194"/>
                  <a:pt x="168" y="3101"/>
                </a:cubicBezTo>
                <a:cubicBezTo>
                  <a:pt x="386" y="4353"/>
                  <a:pt x="1487" y="4750"/>
                  <a:pt x="2601" y="4750"/>
                </a:cubicBezTo>
                <a:cubicBezTo>
                  <a:pt x="2951" y="4750"/>
                  <a:pt x="3303" y="4711"/>
                  <a:pt x="3628" y="4647"/>
                </a:cubicBezTo>
                <a:cubicBezTo>
                  <a:pt x="5039" y="4378"/>
                  <a:pt x="5728" y="3269"/>
                  <a:pt x="5610" y="1858"/>
                </a:cubicBezTo>
                <a:cubicBezTo>
                  <a:pt x="5502" y="541"/>
                  <a:pt x="4440" y="1"/>
                  <a:pt x="32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0"/>
          <p:cNvSpPr/>
          <p:nvPr/>
        </p:nvSpPr>
        <p:spPr>
          <a:xfrm>
            <a:off x="95029" y="1470956"/>
            <a:ext cx="285506" cy="305853"/>
          </a:xfrm>
          <a:custGeom>
            <a:avLst/>
            <a:gdLst/>
            <a:ahLst/>
            <a:cxnLst/>
            <a:rect l="l" t="t" r="r" b="b"/>
            <a:pathLst>
              <a:path w="10061" h="10778" extrusionOk="0">
                <a:moveTo>
                  <a:pt x="6902" y="1"/>
                </a:moveTo>
                <a:cubicBezTo>
                  <a:pt x="6568" y="1"/>
                  <a:pt x="6231" y="40"/>
                  <a:pt x="5913" y="150"/>
                </a:cubicBezTo>
                <a:cubicBezTo>
                  <a:pt x="5073" y="452"/>
                  <a:pt x="4569" y="1225"/>
                  <a:pt x="4048" y="1896"/>
                </a:cubicBezTo>
                <a:cubicBezTo>
                  <a:pt x="2553" y="3862"/>
                  <a:pt x="0" y="6331"/>
                  <a:pt x="572" y="9085"/>
                </a:cubicBezTo>
                <a:cubicBezTo>
                  <a:pt x="706" y="9707"/>
                  <a:pt x="1058" y="10413"/>
                  <a:pt x="1696" y="10648"/>
                </a:cubicBezTo>
                <a:cubicBezTo>
                  <a:pt x="1945" y="10738"/>
                  <a:pt x="2183" y="10778"/>
                  <a:pt x="2411" y="10778"/>
                </a:cubicBezTo>
                <a:cubicBezTo>
                  <a:pt x="3416" y="10778"/>
                  <a:pt x="4224" y="10002"/>
                  <a:pt x="4854" y="9304"/>
                </a:cubicBezTo>
                <a:cubicBezTo>
                  <a:pt x="5812" y="8263"/>
                  <a:pt x="7273" y="7826"/>
                  <a:pt x="7776" y="6348"/>
                </a:cubicBezTo>
                <a:cubicBezTo>
                  <a:pt x="7978" y="5710"/>
                  <a:pt x="7944" y="5004"/>
                  <a:pt x="8163" y="4400"/>
                </a:cubicBezTo>
                <a:cubicBezTo>
                  <a:pt x="8399" y="3677"/>
                  <a:pt x="9154" y="2971"/>
                  <a:pt x="9541" y="2300"/>
                </a:cubicBezTo>
                <a:cubicBezTo>
                  <a:pt x="9758" y="1896"/>
                  <a:pt x="10061" y="1191"/>
                  <a:pt x="9859" y="738"/>
                </a:cubicBezTo>
                <a:cubicBezTo>
                  <a:pt x="9608" y="183"/>
                  <a:pt x="9154" y="268"/>
                  <a:pt x="8634" y="217"/>
                </a:cubicBezTo>
                <a:cubicBezTo>
                  <a:pt x="8179" y="167"/>
                  <a:pt x="7727" y="66"/>
                  <a:pt x="7273" y="15"/>
                </a:cubicBezTo>
                <a:cubicBezTo>
                  <a:pt x="7150" y="6"/>
                  <a:pt x="7026"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0"/>
          <p:cNvSpPr/>
          <p:nvPr/>
        </p:nvSpPr>
        <p:spPr>
          <a:xfrm>
            <a:off x="2619577" y="4621144"/>
            <a:ext cx="439028" cy="278695"/>
          </a:xfrm>
          <a:custGeom>
            <a:avLst/>
            <a:gdLst/>
            <a:ahLst/>
            <a:cxnLst/>
            <a:rect l="l" t="t" r="r" b="b"/>
            <a:pathLst>
              <a:path w="15471" h="9821" extrusionOk="0">
                <a:moveTo>
                  <a:pt x="12233" y="0"/>
                </a:moveTo>
                <a:cubicBezTo>
                  <a:pt x="11624" y="0"/>
                  <a:pt x="10991" y="136"/>
                  <a:pt x="10347" y="276"/>
                </a:cubicBezTo>
                <a:cubicBezTo>
                  <a:pt x="8684" y="645"/>
                  <a:pt x="7021" y="1301"/>
                  <a:pt x="5644" y="2309"/>
                </a:cubicBezTo>
                <a:cubicBezTo>
                  <a:pt x="5325" y="2544"/>
                  <a:pt x="5039" y="2813"/>
                  <a:pt x="4669" y="2963"/>
                </a:cubicBezTo>
                <a:cubicBezTo>
                  <a:pt x="3527" y="3434"/>
                  <a:pt x="2503" y="3250"/>
                  <a:pt x="1462" y="4089"/>
                </a:cubicBezTo>
                <a:cubicBezTo>
                  <a:pt x="571" y="4811"/>
                  <a:pt x="0" y="6020"/>
                  <a:pt x="437" y="7162"/>
                </a:cubicBezTo>
                <a:cubicBezTo>
                  <a:pt x="925" y="8423"/>
                  <a:pt x="3158" y="9178"/>
                  <a:pt x="4385" y="9531"/>
                </a:cubicBezTo>
                <a:cubicBezTo>
                  <a:pt x="5072" y="9722"/>
                  <a:pt x="5803" y="9821"/>
                  <a:pt x="6531" y="9821"/>
                </a:cubicBezTo>
                <a:cubicBezTo>
                  <a:pt x="7084" y="9821"/>
                  <a:pt x="7634" y="9764"/>
                  <a:pt x="8163" y="9648"/>
                </a:cubicBezTo>
                <a:cubicBezTo>
                  <a:pt x="9473" y="9363"/>
                  <a:pt x="10532" y="8573"/>
                  <a:pt x="11757" y="8036"/>
                </a:cubicBezTo>
                <a:cubicBezTo>
                  <a:pt x="12279" y="7818"/>
                  <a:pt x="12866" y="7717"/>
                  <a:pt x="13354" y="7397"/>
                </a:cubicBezTo>
                <a:cubicBezTo>
                  <a:pt x="13907" y="7062"/>
                  <a:pt x="14378" y="6524"/>
                  <a:pt x="14899" y="6121"/>
                </a:cubicBezTo>
                <a:cubicBezTo>
                  <a:pt x="15369" y="5735"/>
                  <a:pt x="15470" y="5516"/>
                  <a:pt x="15436" y="4844"/>
                </a:cubicBezTo>
                <a:cubicBezTo>
                  <a:pt x="15403" y="3568"/>
                  <a:pt x="15201" y="1653"/>
                  <a:pt x="14243" y="764"/>
                </a:cubicBezTo>
                <a:cubicBezTo>
                  <a:pt x="13620" y="185"/>
                  <a:pt x="12943" y="0"/>
                  <a:pt x="122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spTree>
      <p:nvGrpSpPr>
        <p:cNvPr id="1" name="Shape 178"/>
        <p:cNvGrpSpPr/>
        <p:nvPr/>
      </p:nvGrpSpPr>
      <p:grpSpPr>
        <a:xfrm>
          <a:off x="0" y="0"/>
          <a:ext cx="0" cy="0"/>
          <a:chOff x="0" y="0"/>
          <a:chExt cx="0" cy="0"/>
        </a:xfrm>
      </p:grpSpPr>
      <p:sp>
        <p:nvSpPr>
          <p:cNvPr id="179" name="Google Shape;179;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0" name="Google Shape;180;p21"/>
          <p:cNvSpPr txBox="1">
            <a:spLocks noGrp="1"/>
          </p:cNvSpPr>
          <p:nvPr>
            <p:ph type="subTitle" idx="1"/>
          </p:nvPr>
        </p:nvSpPr>
        <p:spPr>
          <a:xfrm>
            <a:off x="2670778" y="1688600"/>
            <a:ext cx="5340900" cy="52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9pPr>
          </a:lstStyle>
          <a:p>
            <a:endParaRPr/>
          </a:p>
        </p:txBody>
      </p:sp>
      <p:sp>
        <p:nvSpPr>
          <p:cNvPr id="181" name="Google Shape;181;p21"/>
          <p:cNvSpPr txBox="1">
            <a:spLocks noGrp="1"/>
          </p:cNvSpPr>
          <p:nvPr>
            <p:ph type="subTitle" idx="2"/>
          </p:nvPr>
        </p:nvSpPr>
        <p:spPr>
          <a:xfrm>
            <a:off x="2670778" y="2885675"/>
            <a:ext cx="5340900" cy="52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9pPr>
          </a:lstStyle>
          <a:p>
            <a:endParaRPr/>
          </a:p>
        </p:txBody>
      </p:sp>
      <p:sp>
        <p:nvSpPr>
          <p:cNvPr id="182" name="Google Shape;182;p21"/>
          <p:cNvSpPr txBox="1">
            <a:spLocks noGrp="1"/>
          </p:cNvSpPr>
          <p:nvPr>
            <p:ph type="subTitle" idx="3"/>
          </p:nvPr>
        </p:nvSpPr>
        <p:spPr>
          <a:xfrm>
            <a:off x="2670778" y="4082300"/>
            <a:ext cx="5340900" cy="52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2pPr>
            <a:lvl3pPr lvl="2"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3pPr>
            <a:lvl4pPr lvl="3"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4pPr>
            <a:lvl5pPr lvl="4"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5pPr>
            <a:lvl6pPr lvl="5"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6pPr>
            <a:lvl7pPr lvl="6"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7pPr>
            <a:lvl8pPr lvl="7"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8pPr>
            <a:lvl9pPr lvl="8" rtl="0">
              <a:lnSpc>
                <a:spcPct val="100000"/>
              </a:lnSpc>
              <a:spcBef>
                <a:spcPts val="0"/>
              </a:spcBef>
              <a:spcAft>
                <a:spcPts val="0"/>
              </a:spcAft>
              <a:buClr>
                <a:schemeClr val="dk1"/>
              </a:buClr>
              <a:buSzPts val="2400"/>
              <a:buFont typeface="Raleway"/>
              <a:buNone/>
              <a:defRPr sz="2400" b="1">
                <a:solidFill>
                  <a:schemeClr val="dk1"/>
                </a:solidFill>
                <a:latin typeface="Raleway"/>
                <a:ea typeface="Raleway"/>
                <a:cs typeface="Raleway"/>
                <a:sym typeface="Raleway"/>
              </a:defRPr>
            </a:lvl9pPr>
          </a:lstStyle>
          <a:p>
            <a:endParaRPr/>
          </a:p>
        </p:txBody>
      </p:sp>
      <p:sp>
        <p:nvSpPr>
          <p:cNvPr id="183" name="Google Shape;183;p21"/>
          <p:cNvSpPr txBox="1">
            <a:spLocks noGrp="1"/>
          </p:cNvSpPr>
          <p:nvPr>
            <p:ph type="subTitle" idx="4"/>
          </p:nvPr>
        </p:nvSpPr>
        <p:spPr>
          <a:xfrm>
            <a:off x="2670778" y="1243450"/>
            <a:ext cx="5340900" cy="458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4" name="Google Shape;184;p21"/>
          <p:cNvSpPr txBox="1">
            <a:spLocks noGrp="1"/>
          </p:cNvSpPr>
          <p:nvPr>
            <p:ph type="subTitle" idx="5"/>
          </p:nvPr>
        </p:nvSpPr>
        <p:spPr>
          <a:xfrm>
            <a:off x="2670775" y="2440525"/>
            <a:ext cx="5340900" cy="458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5" name="Google Shape;185;p21"/>
          <p:cNvSpPr txBox="1">
            <a:spLocks noGrp="1"/>
          </p:cNvSpPr>
          <p:nvPr>
            <p:ph type="subTitle" idx="6"/>
          </p:nvPr>
        </p:nvSpPr>
        <p:spPr>
          <a:xfrm>
            <a:off x="2670775" y="3637150"/>
            <a:ext cx="5340900" cy="458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6" name="Google Shape;186;p21"/>
          <p:cNvSpPr/>
          <p:nvPr/>
        </p:nvSpPr>
        <p:spPr>
          <a:xfrm rot="-238769">
            <a:off x="1940284" y="-68244"/>
            <a:ext cx="261128" cy="255753"/>
          </a:xfrm>
          <a:custGeom>
            <a:avLst/>
            <a:gdLst/>
            <a:ahLst/>
            <a:cxnLst/>
            <a:rect l="l" t="t" r="r" b="b"/>
            <a:pathLst>
              <a:path w="10445" h="10230" extrusionOk="0">
                <a:moveTo>
                  <a:pt x="7131" y="0"/>
                </a:moveTo>
                <a:cubicBezTo>
                  <a:pt x="6773" y="0"/>
                  <a:pt x="6382" y="95"/>
                  <a:pt x="5962" y="306"/>
                </a:cubicBezTo>
                <a:cubicBezTo>
                  <a:pt x="4451" y="1062"/>
                  <a:pt x="2905" y="2003"/>
                  <a:pt x="1663" y="3161"/>
                </a:cubicBezTo>
                <a:cubicBezTo>
                  <a:pt x="706" y="4068"/>
                  <a:pt x="0" y="5177"/>
                  <a:pt x="34" y="6538"/>
                </a:cubicBezTo>
                <a:cubicBezTo>
                  <a:pt x="50" y="7293"/>
                  <a:pt x="252" y="8032"/>
                  <a:pt x="538" y="8722"/>
                </a:cubicBezTo>
                <a:cubicBezTo>
                  <a:pt x="807" y="9393"/>
                  <a:pt x="1259" y="9981"/>
                  <a:pt x="1982" y="10166"/>
                </a:cubicBezTo>
                <a:cubicBezTo>
                  <a:pt x="2161" y="10209"/>
                  <a:pt x="2342" y="10229"/>
                  <a:pt x="2524" y="10229"/>
                </a:cubicBezTo>
                <a:cubicBezTo>
                  <a:pt x="3682" y="10229"/>
                  <a:pt x="4893" y="9434"/>
                  <a:pt x="5778" y="8838"/>
                </a:cubicBezTo>
                <a:cubicBezTo>
                  <a:pt x="6920" y="8050"/>
                  <a:pt x="8264" y="7125"/>
                  <a:pt x="9086" y="6017"/>
                </a:cubicBezTo>
                <a:cubicBezTo>
                  <a:pt x="10445" y="4163"/>
                  <a:pt x="9506" y="0"/>
                  <a:pt x="71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1"/>
          <p:cNvSpPr/>
          <p:nvPr/>
        </p:nvSpPr>
        <p:spPr>
          <a:xfrm rot="-238769">
            <a:off x="197914" y="1602822"/>
            <a:ext cx="164102" cy="147152"/>
          </a:xfrm>
          <a:custGeom>
            <a:avLst/>
            <a:gdLst/>
            <a:ahLst/>
            <a:cxnLst/>
            <a:rect l="l" t="t" r="r" b="b"/>
            <a:pathLst>
              <a:path w="6564" h="5886" extrusionOk="0">
                <a:moveTo>
                  <a:pt x="3986" y="0"/>
                </a:moveTo>
                <a:cubicBezTo>
                  <a:pt x="1783" y="0"/>
                  <a:pt x="1" y="3778"/>
                  <a:pt x="1608" y="5340"/>
                </a:cubicBezTo>
                <a:cubicBezTo>
                  <a:pt x="1999" y="5720"/>
                  <a:pt x="2545" y="5886"/>
                  <a:pt x="3124" y="5886"/>
                </a:cubicBezTo>
                <a:cubicBezTo>
                  <a:pt x="4289" y="5886"/>
                  <a:pt x="5588" y="5214"/>
                  <a:pt x="6026" y="4249"/>
                </a:cubicBezTo>
                <a:cubicBezTo>
                  <a:pt x="6564" y="3040"/>
                  <a:pt x="6076" y="789"/>
                  <a:pt x="4850" y="201"/>
                </a:cubicBezTo>
                <a:cubicBezTo>
                  <a:pt x="4559" y="63"/>
                  <a:pt x="4269" y="0"/>
                  <a:pt x="39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1"/>
          <p:cNvSpPr/>
          <p:nvPr/>
        </p:nvSpPr>
        <p:spPr>
          <a:xfrm rot="-238769">
            <a:off x="3057576" y="4734664"/>
            <a:ext cx="127276" cy="162302"/>
          </a:xfrm>
          <a:custGeom>
            <a:avLst/>
            <a:gdLst/>
            <a:ahLst/>
            <a:cxnLst/>
            <a:rect l="l" t="t" r="r" b="b"/>
            <a:pathLst>
              <a:path w="5091" h="6492" extrusionOk="0">
                <a:moveTo>
                  <a:pt x="2889" y="0"/>
                </a:moveTo>
                <a:cubicBezTo>
                  <a:pt x="1753" y="0"/>
                  <a:pt x="718" y="1587"/>
                  <a:pt x="287" y="2530"/>
                </a:cubicBezTo>
                <a:cubicBezTo>
                  <a:pt x="0" y="3169"/>
                  <a:pt x="34" y="3639"/>
                  <a:pt x="168" y="4293"/>
                </a:cubicBezTo>
                <a:cubicBezTo>
                  <a:pt x="370" y="5184"/>
                  <a:pt x="605" y="6275"/>
                  <a:pt x="1646" y="6461"/>
                </a:cubicBezTo>
                <a:cubicBezTo>
                  <a:pt x="1757" y="6482"/>
                  <a:pt x="1872" y="6492"/>
                  <a:pt x="1989" y="6492"/>
                </a:cubicBezTo>
                <a:cubicBezTo>
                  <a:pt x="3191" y="6492"/>
                  <a:pt x="4674" y="5440"/>
                  <a:pt x="4889" y="4277"/>
                </a:cubicBezTo>
                <a:cubicBezTo>
                  <a:pt x="5090" y="3151"/>
                  <a:pt x="4703" y="1203"/>
                  <a:pt x="3863" y="430"/>
                </a:cubicBezTo>
                <a:cubicBezTo>
                  <a:pt x="3538" y="127"/>
                  <a:pt x="3209" y="0"/>
                  <a:pt x="2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1"/>
          <p:cNvSpPr/>
          <p:nvPr/>
        </p:nvSpPr>
        <p:spPr>
          <a:xfrm rot="-238769">
            <a:off x="6954693" y="3513199"/>
            <a:ext cx="2162949" cy="1719419"/>
          </a:xfrm>
          <a:custGeom>
            <a:avLst/>
            <a:gdLst/>
            <a:ahLst/>
            <a:cxnLst/>
            <a:rect l="l" t="t" r="r" b="b"/>
            <a:pathLst>
              <a:path w="86517" h="68776" extrusionOk="0">
                <a:moveTo>
                  <a:pt x="81885" y="1"/>
                </a:moveTo>
                <a:cubicBezTo>
                  <a:pt x="81261" y="1"/>
                  <a:pt x="80589" y="185"/>
                  <a:pt x="80050" y="308"/>
                </a:cubicBezTo>
                <a:cubicBezTo>
                  <a:pt x="77766" y="863"/>
                  <a:pt x="75498" y="1501"/>
                  <a:pt x="73265" y="2189"/>
                </a:cubicBezTo>
                <a:cubicBezTo>
                  <a:pt x="71451" y="2760"/>
                  <a:pt x="69704" y="3550"/>
                  <a:pt x="67839" y="3987"/>
                </a:cubicBezTo>
                <a:cubicBezTo>
                  <a:pt x="66697" y="4256"/>
                  <a:pt x="65521" y="4424"/>
                  <a:pt x="64446" y="4910"/>
                </a:cubicBezTo>
                <a:cubicBezTo>
                  <a:pt x="63724" y="5246"/>
                  <a:pt x="63053" y="5683"/>
                  <a:pt x="62414" y="6137"/>
                </a:cubicBezTo>
                <a:cubicBezTo>
                  <a:pt x="61288" y="6959"/>
                  <a:pt x="60096" y="7732"/>
                  <a:pt x="59593" y="9042"/>
                </a:cubicBezTo>
                <a:cubicBezTo>
                  <a:pt x="58836" y="11108"/>
                  <a:pt x="57728" y="12804"/>
                  <a:pt x="56485" y="14618"/>
                </a:cubicBezTo>
                <a:cubicBezTo>
                  <a:pt x="54655" y="17306"/>
                  <a:pt x="52957" y="20060"/>
                  <a:pt x="50691" y="22395"/>
                </a:cubicBezTo>
                <a:cubicBezTo>
                  <a:pt x="48843" y="24293"/>
                  <a:pt x="46895" y="26073"/>
                  <a:pt x="44946" y="27854"/>
                </a:cubicBezTo>
                <a:cubicBezTo>
                  <a:pt x="43468" y="29215"/>
                  <a:pt x="42174" y="30810"/>
                  <a:pt x="40915" y="32372"/>
                </a:cubicBezTo>
                <a:cubicBezTo>
                  <a:pt x="39471" y="34153"/>
                  <a:pt x="37993" y="35882"/>
                  <a:pt x="36564" y="37662"/>
                </a:cubicBezTo>
                <a:cubicBezTo>
                  <a:pt x="36296" y="37998"/>
                  <a:pt x="36027" y="38334"/>
                  <a:pt x="35691" y="38621"/>
                </a:cubicBezTo>
                <a:cubicBezTo>
                  <a:pt x="35171" y="39057"/>
                  <a:pt x="34533" y="39342"/>
                  <a:pt x="33995" y="39763"/>
                </a:cubicBezTo>
                <a:cubicBezTo>
                  <a:pt x="32231" y="41174"/>
                  <a:pt x="30838" y="43290"/>
                  <a:pt x="29528" y="45104"/>
                </a:cubicBezTo>
                <a:cubicBezTo>
                  <a:pt x="28150" y="47019"/>
                  <a:pt x="26538" y="49185"/>
                  <a:pt x="24623" y="50596"/>
                </a:cubicBezTo>
                <a:cubicBezTo>
                  <a:pt x="23296" y="51570"/>
                  <a:pt x="21717" y="52225"/>
                  <a:pt x="20104" y="52528"/>
                </a:cubicBezTo>
                <a:cubicBezTo>
                  <a:pt x="18861" y="52745"/>
                  <a:pt x="16964" y="52595"/>
                  <a:pt x="15889" y="53368"/>
                </a:cubicBezTo>
                <a:cubicBezTo>
                  <a:pt x="15133" y="53905"/>
                  <a:pt x="14830" y="55014"/>
                  <a:pt x="14310" y="55735"/>
                </a:cubicBezTo>
                <a:cubicBezTo>
                  <a:pt x="13520" y="56844"/>
                  <a:pt x="12396" y="57818"/>
                  <a:pt x="11388" y="58725"/>
                </a:cubicBezTo>
                <a:cubicBezTo>
                  <a:pt x="10111" y="59884"/>
                  <a:pt x="8868" y="61094"/>
                  <a:pt x="7474" y="62118"/>
                </a:cubicBezTo>
                <a:cubicBezTo>
                  <a:pt x="5845" y="63344"/>
                  <a:pt x="4249" y="64604"/>
                  <a:pt x="2636" y="65864"/>
                </a:cubicBezTo>
                <a:cubicBezTo>
                  <a:pt x="1998" y="66368"/>
                  <a:pt x="302" y="67358"/>
                  <a:pt x="0" y="68097"/>
                </a:cubicBezTo>
                <a:cubicBezTo>
                  <a:pt x="271" y="68203"/>
                  <a:pt x="602" y="68233"/>
                  <a:pt x="949" y="68233"/>
                </a:cubicBezTo>
                <a:cubicBezTo>
                  <a:pt x="1417" y="68233"/>
                  <a:pt x="1913" y="68178"/>
                  <a:pt x="2330" y="68178"/>
                </a:cubicBezTo>
                <a:cubicBezTo>
                  <a:pt x="2389" y="68178"/>
                  <a:pt x="2446" y="68179"/>
                  <a:pt x="2502" y="68182"/>
                </a:cubicBezTo>
                <a:cubicBezTo>
                  <a:pt x="4585" y="68299"/>
                  <a:pt x="6685" y="68433"/>
                  <a:pt x="8750" y="68601"/>
                </a:cubicBezTo>
                <a:cubicBezTo>
                  <a:pt x="10421" y="68740"/>
                  <a:pt x="12100" y="68776"/>
                  <a:pt x="13778" y="68776"/>
                </a:cubicBezTo>
                <a:cubicBezTo>
                  <a:pt x="15560" y="68776"/>
                  <a:pt x="17341" y="68735"/>
                  <a:pt x="19114" y="68735"/>
                </a:cubicBezTo>
                <a:lnTo>
                  <a:pt x="24035" y="68735"/>
                </a:lnTo>
                <a:cubicBezTo>
                  <a:pt x="24193" y="68738"/>
                  <a:pt x="24353" y="68740"/>
                  <a:pt x="24514" y="68740"/>
                </a:cubicBezTo>
                <a:cubicBezTo>
                  <a:pt x="25381" y="68740"/>
                  <a:pt x="26277" y="68674"/>
                  <a:pt x="27042" y="68249"/>
                </a:cubicBezTo>
                <a:cubicBezTo>
                  <a:pt x="27427" y="68047"/>
                  <a:pt x="27714" y="67694"/>
                  <a:pt x="28133" y="67593"/>
                </a:cubicBezTo>
                <a:cubicBezTo>
                  <a:pt x="28256" y="67564"/>
                  <a:pt x="28391" y="67553"/>
                  <a:pt x="28530" y="67553"/>
                </a:cubicBezTo>
                <a:cubicBezTo>
                  <a:pt x="28868" y="67553"/>
                  <a:pt x="29235" y="67615"/>
                  <a:pt x="29544" y="67627"/>
                </a:cubicBezTo>
                <a:cubicBezTo>
                  <a:pt x="32142" y="67723"/>
                  <a:pt x="34756" y="67881"/>
                  <a:pt x="37369" y="67881"/>
                </a:cubicBezTo>
                <a:cubicBezTo>
                  <a:pt x="37493" y="67881"/>
                  <a:pt x="37617" y="67880"/>
                  <a:pt x="37740" y="67879"/>
                </a:cubicBezTo>
                <a:cubicBezTo>
                  <a:pt x="38512" y="67879"/>
                  <a:pt x="39668" y="68037"/>
                  <a:pt x="40713" y="68037"/>
                </a:cubicBezTo>
                <a:cubicBezTo>
                  <a:pt x="41305" y="68037"/>
                  <a:pt x="41861" y="67986"/>
                  <a:pt x="42293" y="67828"/>
                </a:cubicBezTo>
                <a:cubicBezTo>
                  <a:pt x="42208" y="66838"/>
                  <a:pt x="42678" y="65578"/>
                  <a:pt x="43014" y="64655"/>
                </a:cubicBezTo>
                <a:cubicBezTo>
                  <a:pt x="43905" y="62337"/>
                  <a:pt x="45030" y="60153"/>
                  <a:pt x="45988" y="57851"/>
                </a:cubicBezTo>
                <a:cubicBezTo>
                  <a:pt x="46877" y="55735"/>
                  <a:pt x="47448" y="53518"/>
                  <a:pt x="48070" y="51285"/>
                </a:cubicBezTo>
                <a:cubicBezTo>
                  <a:pt x="48507" y="49706"/>
                  <a:pt x="48994" y="48127"/>
                  <a:pt x="49531" y="46564"/>
                </a:cubicBezTo>
                <a:cubicBezTo>
                  <a:pt x="50035" y="45003"/>
                  <a:pt x="50505" y="43424"/>
                  <a:pt x="50926" y="41828"/>
                </a:cubicBezTo>
                <a:cubicBezTo>
                  <a:pt x="51782" y="39577"/>
                  <a:pt x="53092" y="37613"/>
                  <a:pt x="54469" y="35664"/>
                </a:cubicBezTo>
                <a:cubicBezTo>
                  <a:pt x="57224" y="31717"/>
                  <a:pt x="60079" y="28207"/>
                  <a:pt x="63741" y="25049"/>
                </a:cubicBezTo>
                <a:cubicBezTo>
                  <a:pt x="65236" y="23739"/>
                  <a:pt x="66781" y="22496"/>
                  <a:pt x="68208" y="21119"/>
                </a:cubicBezTo>
                <a:cubicBezTo>
                  <a:pt x="69670" y="19708"/>
                  <a:pt x="70913" y="18045"/>
                  <a:pt x="72458" y="16718"/>
                </a:cubicBezTo>
                <a:cubicBezTo>
                  <a:pt x="73650" y="15693"/>
                  <a:pt x="75011" y="14972"/>
                  <a:pt x="76203" y="13964"/>
                </a:cubicBezTo>
                <a:cubicBezTo>
                  <a:pt x="77092" y="13231"/>
                  <a:pt x="77533" y="12831"/>
                  <a:pt x="78558" y="12831"/>
                </a:cubicBezTo>
                <a:cubicBezTo>
                  <a:pt x="78637" y="12831"/>
                  <a:pt x="78720" y="12833"/>
                  <a:pt x="78807" y="12838"/>
                </a:cubicBezTo>
                <a:cubicBezTo>
                  <a:pt x="79999" y="12889"/>
                  <a:pt x="81175" y="13006"/>
                  <a:pt x="82335" y="13275"/>
                </a:cubicBezTo>
                <a:cubicBezTo>
                  <a:pt x="83594" y="13594"/>
                  <a:pt x="84820" y="14233"/>
                  <a:pt x="85979" y="14804"/>
                </a:cubicBezTo>
                <a:cubicBezTo>
                  <a:pt x="86180" y="14904"/>
                  <a:pt x="86366" y="14954"/>
                  <a:pt x="86516" y="15106"/>
                </a:cubicBezTo>
                <a:cubicBezTo>
                  <a:pt x="86113" y="14047"/>
                  <a:pt x="85459" y="13090"/>
                  <a:pt x="85089" y="12015"/>
                </a:cubicBezTo>
                <a:cubicBezTo>
                  <a:pt x="84720" y="10941"/>
                  <a:pt x="84836" y="9731"/>
                  <a:pt x="84534" y="8605"/>
                </a:cubicBezTo>
                <a:cubicBezTo>
                  <a:pt x="84384" y="8001"/>
                  <a:pt x="84048" y="7429"/>
                  <a:pt x="83846" y="6825"/>
                </a:cubicBezTo>
                <a:cubicBezTo>
                  <a:pt x="83544" y="5935"/>
                  <a:pt x="83443" y="5028"/>
                  <a:pt x="83157" y="4121"/>
                </a:cubicBezTo>
                <a:cubicBezTo>
                  <a:pt x="82888" y="3264"/>
                  <a:pt x="82586" y="2525"/>
                  <a:pt x="82552" y="1618"/>
                </a:cubicBezTo>
                <a:cubicBezTo>
                  <a:pt x="82536" y="1148"/>
                  <a:pt x="82704" y="543"/>
                  <a:pt x="82552" y="90"/>
                </a:cubicBezTo>
                <a:cubicBezTo>
                  <a:pt x="82343" y="26"/>
                  <a:pt x="82117" y="1"/>
                  <a:pt x="818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1"/>
          <p:cNvSpPr/>
          <p:nvPr/>
        </p:nvSpPr>
        <p:spPr>
          <a:xfrm rot="-238769">
            <a:off x="7615710" y="3271429"/>
            <a:ext cx="1970647" cy="2021547"/>
          </a:xfrm>
          <a:custGeom>
            <a:avLst/>
            <a:gdLst/>
            <a:ahLst/>
            <a:cxnLst/>
            <a:rect l="l" t="t" r="r" b="b"/>
            <a:pathLst>
              <a:path w="78825" h="80861" extrusionOk="0">
                <a:moveTo>
                  <a:pt x="60247" y="0"/>
                </a:moveTo>
                <a:cubicBezTo>
                  <a:pt x="59916" y="0"/>
                  <a:pt x="59346" y="417"/>
                  <a:pt x="59123" y="608"/>
                </a:cubicBezTo>
                <a:cubicBezTo>
                  <a:pt x="58669" y="978"/>
                  <a:pt x="58317" y="1365"/>
                  <a:pt x="57813" y="1667"/>
                </a:cubicBezTo>
                <a:cubicBezTo>
                  <a:pt x="57208" y="2053"/>
                  <a:pt x="56973" y="2019"/>
                  <a:pt x="56234" y="2087"/>
                </a:cubicBezTo>
                <a:cubicBezTo>
                  <a:pt x="56032" y="2120"/>
                  <a:pt x="55847" y="2154"/>
                  <a:pt x="55663" y="2187"/>
                </a:cubicBezTo>
                <a:cubicBezTo>
                  <a:pt x="54924" y="2355"/>
                  <a:pt x="54386" y="2691"/>
                  <a:pt x="53715" y="3213"/>
                </a:cubicBezTo>
                <a:cubicBezTo>
                  <a:pt x="52337" y="4287"/>
                  <a:pt x="50640" y="4337"/>
                  <a:pt x="49348" y="5412"/>
                </a:cubicBezTo>
                <a:cubicBezTo>
                  <a:pt x="48676" y="5950"/>
                  <a:pt x="48087" y="6572"/>
                  <a:pt x="47534" y="7226"/>
                </a:cubicBezTo>
                <a:cubicBezTo>
                  <a:pt x="44275" y="11123"/>
                  <a:pt x="41017" y="15272"/>
                  <a:pt x="38379" y="19622"/>
                </a:cubicBezTo>
                <a:cubicBezTo>
                  <a:pt x="35658" y="24107"/>
                  <a:pt x="32836" y="28541"/>
                  <a:pt x="30166" y="33059"/>
                </a:cubicBezTo>
                <a:cubicBezTo>
                  <a:pt x="27916" y="36872"/>
                  <a:pt x="24624" y="40063"/>
                  <a:pt x="21063" y="42683"/>
                </a:cubicBezTo>
                <a:cubicBezTo>
                  <a:pt x="17603" y="45236"/>
                  <a:pt x="13673" y="47185"/>
                  <a:pt x="10985" y="50627"/>
                </a:cubicBezTo>
                <a:cubicBezTo>
                  <a:pt x="9507" y="52542"/>
                  <a:pt x="8869" y="54927"/>
                  <a:pt x="8146" y="57195"/>
                </a:cubicBezTo>
                <a:cubicBezTo>
                  <a:pt x="6988" y="60823"/>
                  <a:pt x="5727" y="64501"/>
                  <a:pt x="4115" y="67945"/>
                </a:cubicBezTo>
                <a:cubicBezTo>
                  <a:pt x="3225" y="69842"/>
                  <a:pt x="1965" y="71555"/>
                  <a:pt x="1143" y="73454"/>
                </a:cubicBezTo>
                <a:cubicBezTo>
                  <a:pt x="823" y="74159"/>
                  <a:pt x="554" y="74898"/>
                  <a:pt x="353" y="75638"/>
                </a:cubicBezTo>
                <a:cubicBezTo>
                  <a:pt x="252" y="75990"/>
                  <a:pt x="1" y="76460"/>
                  <a:pt x="34" y="76796"/>
                </a:cubicBezTo>
                <a:cubicBezTo>
                  <a:pt x="150" y="76830"/>
                  <a:pt x="261" y="76840"/>
                  <a:pt x="370" y="76840"/>
                </a:cubicBezTo>
                <a:cubicBezTo>
                  <a:pt x="499" y="76840"/>
                  <a:pt x="626" y="76827"/>
                  <a:pt x="759" y="76827"/>
                </a:cubicBezTo>
                <a:cubicBezTo>
                  <a:pt x="791" y="76827"/>
                  <a:pt x="824" y="76827"/>
                  <a:pt x="857" y="76829"/>
                </a:cubicBezTo>
                <a:cubicBezTo>
                  <a:pt x="2251" y="76847"/>
                  <a:pt x="3662" y="77149"/>
                  <a:pt x="5039" y="77266"/>
                </a:cubicBezTo>
                <a:cubicBezTo>
                  <a:pt x="9456" y="77669"/>
                  <a:pt x="13841" y="78056"/>
                  <a:pt x="18257" y="78392"/>
                </a:cubicBezTo>
                <a:cubicBezTo>
                  <a:pt x="23766" y="78811"/>
                  <a:pt x="29309" y="79030"/>
                  <a:pt x="34836" y="79382"/>
                </a:cubicBezTo>
                <a:cubicBezTo>
                  <a:pt x="38968" y="79651"/>
                  <a:pt x="43149" y="79971"/>
                  <a:pt x="47298" y="80038"/>
                </a:cubicBezTo>
                <a:cubicBezTo>
                  <a:pt x="50439" y="80088"/>
                  <a:pt x="53547" y="80038"/>
                  <a:pt x="56687" y="80256"/>
                </a:cubicBezTo>
                <a:cubicBezTo>
                  <a:pt x="57309" y="80297"/>
                  <a:pt x="57930" y="80305"/>
                  <a:pt x="58549" y="80305"/>
                </a:cubicBezTo>
                <a:cubicBezTo>
                  <a:pt x="58995" y="80305"/>
                  <a:pt x="59440" y="80301"/>
                  <a:pt x="59886" y="80301"/>
                </a:cubicBezTo>
                <a:cubicBezTo>
                  <a:pt x="60610" y="80301"/>
                  <a:pt x="61334" y="80313"/>
                  <a:pt x="62062" y="80374"/>
                </a:cubicBezTo>
                <a:cubicBezTo>
                  <a:pt x="63394" y="80484"/>
                  <a:pt x="64697" y="80610"/>
                  <a:pt x="66042" y="80610"/>
                </a:cubicBezTo>
                <a:cubicBezTo>
                  <a:pt x="66120" y="80610"/>
                  <a:pt x="66199" y="80610"/>
                  <a:pt x="66278" y="80609"/>
                </a:cubicBezTo>
                <a:cubicBezTo>
                  <a:pt x="67969" y="80599"/>
                  <a:pt x="69675" y="80546"/>
                  <a:pt x="71377" y="80546"/>
                </a:cubicBezTo>
                <a:cubicBezTo>
                  <a:pt x="72650" y="80546"/>
                  <a:pt x="73921" y="80576"/>
                  <a:pt x="75180" y="80676"/>
                </a:cubicBezTo>
                <a:cubicBezTo>
                  <a:pt x="76405" y="80760"/>
                  <a:pt x="77615" y="80827"/>
                  <a:pt x="78824" y="80860"/>
                </a:cubicBezTo>
                <a:lnTo>
                  <a:pt x="78824" y="80860"/>
                </a:lnTo>
                <a:cubicBezTo>
                  <a:pt x="78757" y="80857"/>
                  <a:pt x="78522" y="78358"/>
                  <a:pt x="78506" y="78224"/>
                </a:cubicBezTo>
                <a:cubicBezTo>
                  <a:pt x="78069" y="74713"/>
                  <a:pt x="77648" y="71203"/>
                  <a:pt x="77229" y="67692"/>
                </a:cubicBezTo>
                <a:cubicBezTo>
                  <a:pt x="76591" y="62436"/>
                  <a:pt x="75953" y="57178"/>
                  <a:pt x="75314" y="51937"/>
                </a:cubicBezTo>
                <a:cubicBezTo>
                  <a:pt x="74575" y="45958"/>
                  <a:pt x="73852" y="39979"/>
                  <a:pt x="73131" y="33999"/>
                </a:cubicBezTo>
                <a:cubicBezTo>
                  <a:pt x="72728" y="30640"/>
                  <a:pt x="72307" y="27298"/>
                  <a:pt x="71904" y="23939"/>
                </a:cubicBezTo>
                <a:cubicBezTo>
                  <a:pt x="71754" y="22645"/>
                  <a:pt x="71754" y="21285"/>
                  <a:pt x="71149" y="20109"/>
                </a:cubicBezTo>
                <a:cubicBezTo>
                  <a:pt x="70661" y="19151"/>
                  <a:pt x="70292" y="17640"/>
                  <a:pt x="69485" y="16901"/>
                </a:cubicBezTo>
                <a:cubicBezTo>
                  <a:pt x="69116" y="16565"/>
                  <a:pt x="68612" y="16531"/>
                  <a:pt x="68276" y="16128"/>
                </a:cubicBezTo>
                <a:cubicBezTo>
                  <a:pt x="67387" y="15104"/>
                  <a:pt x="67084" y="13474"/>
                  <a:pt x="66950" y="12182"/>
                </a:cubicBezTo>
                <a:cubicBezTo>
                  <a:pt x="66798" y="10737"/>
                  <a:pt x="66110" y="8755"/>
                  <a:pt x="65170" y="7647"/>
                </a:cubicBezTo>
                <a:cubicBezTo>
                  <a:pt x="64263" y="6605"/>
                  <a:pt x="63322" y="5714"/>
                  <a:pt x="62583" y="4523"/>
                </a:cubicBezTo>
                <a:cubicBezTo>
                  <a:pt x="61945" y="3464"/>
                  <a:pt x="61490" y="2322"/>
                  <a:pt x="61020" y="1197"/>
                </a:cubicBezTo>
                <a:cubicBezTo>
                  <a:pt x="60870" y="827"/>
                  <a:pt x="60751" y="71"/>
                  <a:pt x="60299" y="4"/>
                </a:cubicBezTo>
                <a:cubicBezTo>
                  <a:pt x="60282" y="1"/>
                  <a:pt x="60265" y="0"/>
                  <a:pt x="60247" y="0"/>
                </a:cubicBezTo>
                <a:close/>
                <a:moveTo>
                  <a:pt x="78824" y="80860"/>
                </a:moveTo>
                <a:cubicBezTo>
                  <a:pt x="78824" y="80860"/>
                  <a:pt x="78824" y="80860"/>
                  <a:pt x="78824" y="80860"/>
                </a:cubicBezTo>
                <a:cubicBezTo>
                  <a:pt x="78824" y="80860"/>
                  <a:pt x="78824" y="80860"/>
                  <a:pt x="78824" y="8086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1"/>
          <p:cNvSpPr/>
          <p:nvPr/>
        </p:nvSpPr>
        <p:spPr>
          <a:xfrm rot="-238769">
            <a:off x="8521624" y="4007263"/>
            <a:ext cx="955336" cy="1253864"/>
          </a:xfrm>
          <a:custGeom>
            <a:avLst/>
            <a:gdLst/>
            <a:ahLst/>
            <a:cxnLst/>
            <a:rect l="l" t="t" r="r" b="b"/>
            <a:pathLst>
              <a:path w="38213" h="50154" extrusionOk="0">
                <a:moveTo>
                  <a:pt x="38212" y="1"/>
                </a:moveTo>
                <a:cubicBezTo>
                  <a:pt x="37406" y="404"/>
                  <a:pt x="36549" y="740"/>
                  <a:pt x="35944" y="1395"/>
                </a:cubicBezTo>
                <a:cubicBezTo>
                  <a:pt x="35474" y="1882"/>
                  <a:pt x="35122" y="2470"/>
                  <a:pt x="34618" y="2957"/>
                </a:cubicBezTo>
                <a:cubicBezTo>
                  <a:pt x="32719" y="4855"/>
                  <a:pt x="30670" y="6636"/>
                  <a:pt x="28688" y="8416"/>
                </a:cubicBezTo>
                <a:cubicBezTo>
                  <a:pt x="26673" y="10213"/>
                  <a:pt x="25145" y="12430"/>
                  <a:pt x="23347" y="14429"/>
                </a:cubicBezTo>
                <a:cubicBezTo>
                  <a:pt x="21987" y="15957"/>
                  <a:pt x="20845" y="17587"/>
                  <a:pt x="19602" y="19199"/>
                </a:cubicBezTo>
                <a:cubicBezTo>
                  <a:pt x="18375" y="20794"/>
                  <a:pt x="16964" y="22055"/>
                  <a:pt x="16192" y="23936"/>
                </a:cubicBezTo>
                <a:cubicBezTo>
                  <a:pt x="15520" y="25564"/>
                  <a:pt x="15269" y="27261"/>
                  <a:pt x="15083" y="29008"/>
                </a:cubicBezTo>
                <a:cubicBezTo>
                  <a:pt x="14915" y="30553"/>
                  <a:pt x="15184" y="31998"/>
                  <a:pt x="14411" y="33425"/>
                </a:cubicBezTo>
                <a:cubicBezTo>
                  <a:pt x="13556" y="34988"/>
                  <a:pt x="12026" y="35978"/>
                  <a:pt x="10835" y="37254"/>
                </a:cubicBezTo>
                <a:cubicBezTo>
                  <a:pt x="9121" y="39102"/>
                  <a:pt x="7323" y="40833"/>
                  <a:pt x="5610" y="42663"/>
                </a:cubicBezTo>
                <a:cubicBezTo>
                  <a:pt x="4031" y="44376"/>
                  <a:pt x="2101" y="45905"/>
                  <a:pt x="706" y="47769"/>
                </a:cubicBezTo>
                <a:cubicBezTo>
                  <a:pt x="370" y="48223"/>
                  <a:pt x="0" y="48609"/>
                  <a:pt x="471" y="48996"/>
                </a:cubicBezTo>
                <a:cubicBezTo>
                  <a:pt x="656" y="49130"/>
                  <a:pt x="1378" y="49164"/>
                  <a:pt x="1613" y="49197"/>
                </a:cubicBezTo>
                <a:cubicBezTo>
                  <a:pt x="2688" y="49365"/>
                  <a:pt x="3796" y="49314"/>
                  <a:pt x="4889" y="49432"/>
                </a:cubicBezTo>
                <a:cubicBezTo>
                  <a:pt x="8365" y="49818"/>
                  <a:pt x="11724" y="50154"/>
                  <a:pt x="15235" y="50154"/>
                </a:cubicBezTo>
                <a:cubicBezTo>
                  <a:pt x="19333" y="50154"/>
                  <a:pt x="23432" y="49936"/>
                  <a:pt x="27530" y="49818"/>
                </a:cubicBezTo>
                <a:cubicBezTo>
                  <a:pt x="30603" y="49717"/>
                  <a:pt x="33660" y="49567"/>
                  <a:pt x="36750" y="49567"/>
                </a:cubicBezTo>
                <a:lnTo>
                  <a:pt x="382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1"/>
          <p:cNvSpPr/>
          <p:nvPr/>
        </p:nvSpPr>
        <p:spPr>
          <a:xfrm rot="-238769">
            <a:off x="8223218" y="4648652"/>
            <a:ext cx="517331" cy="494630"/>
          </a:xfrm>
          <a:custGeom>
            <a:avLst/>
            <a:gdLst/>
            <a:ahLst/>
            <a:cxnLst/>
            <a:rect l="l" t="t" r="r" b="b"/>
            <a:pathLst>
              <a:path w="20693" h="19785" extrusionOk="0">
                <a:moveTo>
                  <a:pt x="17490" y="0"/>
                </a:moveTo>
                <a:cubicBezTo>
                  <a:pt x="16327" y="0"/>
                  <a:pt x="15055" y="330"/>
                  <a:pt x="14259" y="665"/>
                </a:cubicBezTo>
                <a:cubicBezTo>
                  <a:pt x="12161" y="1572"/>
                  <a:pt x="10380" y="2933"/>
                  <a:pt x="8667" y="4411"/>
                </a:cubicBezTo>
                <a:cubicBezTo>
                  <a:pt x="7541" y="5401"/>
                  <a:pt x="6533" y="6812"/>
                  <a:pt x="5039" y="7182"/>
                </a:cubicBezTo>
                <a:cubicBezTo>
                  <a:pt x="4249" y="7383"/>
                  <a:pt x="3494" y="7618"/>
                  <a:pt x="2939" y="8257"/>
                </a:cubicBezTo>
                <a:cubicBezTo>
                  <a:pt x="2502" y="8761"/>
                  <a:pt x="2116" y="9399"/>
                  <a:pt x="1763" y="9970"/>
                </a:cubicBezTo>
                <a:cubicBezTo>
                  <a:pt x="688" y="11683"/>
                  <a:pt x="0" y="13985"/>
                  <a:pt x="856" y="15949"/>
                </a:cubicBezTo>
                <a:cubicBezTo>
                  <a:pt x="1662" y="17781"/>
                  <a:pt x="3695" y="18721"/>
                  <a:pt x="5458" y="19443"/>
                </a:cubicBezTo>
                <a:cubicBezTo>
                  <a:pt x="6119" y="19707"/>
                  <a:pt x="6759" y="19785"/>
                  <a:pt x="7400" y="19785"/>
                </a:cubicBezTo>
                <a:cubicBezTo>
                  <a:pt x="8144" y="19785"/>
                  <a:pt x="8890" y="19681"/>
                  <a:pt x="9675" y="19645"/>
                </a:cubicBezTo>
                <a:cubicBezTo>
                  <a:pt x="9730" y="19641"/>
                  <a:pt x="9786" y="19639"/>
                  <a:pt x="9841" y="19639"/>
                </a:cubicBezTo>
                <a:cubicBezTo>
                  <a:pt x="10170" y="19639"/>
                  <a:pt x="10493" y="19697"/>
                  <a:pt x="10821" y="19697"/>
                </a:cubicBezTo>
                <a:cubicBezTo>
                  <a:pt x="10920" y="19697"/>
                  <a:pt x="11019" y="19692"/>
                  <a:pt x="11119" y="19678"/>
                </a:cubicBezTo>
                <a:cubicBezTo>
                  <a:pt x="11841" y="19577"/>
                  <a:pt x="12597" y="19241"/>
                  <a:pt x="13236" y="18905"/>
                </a:cubicBezTo>
                <a:cubicBezTo>
                  <a:pt x="15352" y="17814"/>
                  <a:pt x="16897" y="16185"/>
                  <a:pt x="18055" y="14102"/>
                </a:cubicBezTo>
                <a:cubicBezTo>
                  <a:pt x="19282" y="11885"/>
                  <a:pt x="20189" y="9584"/>
                  <a:pt x="20525" y="7047"/>
                </a:cubicBezTo>
                <a:cubicBezTo>
                  <a:pt x="20693" y="5771"/>
                  <a:pt x="20592" y="4445"/>
                  <a:pt x="20440" y="3168"/>
                </a:cubicBezTo>
                <a:cubicBezTo>
                  <a:pt x="20340" y="2311"/>
                  <a:pt x="20323" y="1337"/>
                  <a:pt x="19685" y="698"/>
                </a:cubicBezTo>
                <a:cubicBezTo>
                  <a:pt x="19180" y="187"/>
                  <a:pt x="18366" y="0"/>
                  <a:pt x="174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1"/>
          <p:cNvSpPr/>
          <p:nvPr/>
        </p:nvSpPr>
        <p:spPr>
          <a:xfrm rot="-238769">
            <a:off x="8784809" y="3829981"/>
            <a:ext cx="261128" cy="255753"/>
          </a:xfrm>
          <a:custGeom>
            <a:avLst/>
            <a:gdLst/>
            <a:ahLst/>
            <a:cxnLst/>
            <a:rect l="l" t="t" r="r" b="b"/>
            <a:pathLst>
              <a:path w="10445" h="10230" extrusionOk="0">
                <a:moveTo>
                  <a:pt x="7131" y="0"/>
                </a:moveTo>
                <a:cubicBezTo>
                  <a:pt x="6773" y="0"/>
                  <a:pt x="6382" y="95"/>
                  <a:pt x="5962" y="306"/>
                </a:cubicBezTo>
                <a:cubicBezTo>
                  <a:pt x="4451" y="1062"/>
                  <a:pt x="2905" y="2003"/>
                  <a:pt x="1663" y="3161"/>
                </a:cubicBezTo>
                <a:cubicBezTo>
                  <a:pt x="706" y="4068"/>
                  <a:pt x="0" y="5177"/>
                  <a:pt x="34" y="6538"/>
                </a:cubicBezTo>
                <a:cubicBezTo>
                  <a:pt x="50" y="7293"/>
                  <a:pt x="252" y="8032"/>
                  <a:pt x="538" y="8722"/>
                </a:cubicBezTo>
                <a:cubicBezTo>
                  <a:pt x="807" y="9393"/>
                  <a:pt x="1259" y="9981"/>
                  <a:pt x="1982" y="10166"/>
                </a:cubicBezTo>
                <a:cubicBezTo>
                  <a:pt x="2161" y="10209"/>
                  <a:pt x="2342" y="10229"/>
                  <a:pt x="2524" y="10229"/>
                </a:cubicBezTo>
                <a:cubicBezTo>
                  <a:pt x="3682" y="10229"/>
                  <a:pt x="4893" y="9434"/>
                  <a:pt x="5778" y="8838"/>
                </a:cubicBezTo>
                <a:cubicBezTo>
                  <a:pt x="6920" y="8050"/>
                  <a:pt x="8264" y="7125"/>
                  <a:pt x="9086" y="6017"/>
                </a:cubicBezTo>
                <a:cubicBezTo>
                  <a:pt x="10445" y="4163"/>
                  <a:pt x="9506" y="0"/>
                  <a:pt x="71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1"/>
          <p:cNvSpPr/>
          <p:nvPr/>
        </p:nvSpPr>
        <p:spPr>
          <a:xfrm rot="-238769">
            <a:off x="8830589" y="3532147"/>
            <a:ext cx="164102" cy="147152"/>
          </a:xfrm>
          <a:custGeom>
            <a:avLst/>
            <a:gdLst/>
            <a:ahLst/>
            <a:cxnLst/>
            <a:rect l="l" t="t" r="r" b="b"/>
            <a:pathLst>
              <a:path w="6564" h="5886" extrusionOk="0">
                <a:moveTo>
                  <a:pt x="3986" y="0"/>
                </a:moveTo>
                <a:cubicBezTo>
                  <a:pt x="1783" y="0"/>
                  <a:pt x="1" y="3778"/>
                  <a:pt x="1608" y="5340"/>
                </a:cubicBezTo>
                <a:cubicBezTo>
                  <a:pt x="1999" y="5720"/>
                  <a:pt x="2545" y="5886"/>
                  <a:pt x="3124" y="5886"/>
                </a:cubicBezTo>
                <a:cubicBezTo>
                  <a:pt x="4289" y="5886"/>
                  <a:pt x="5588" y="5214"/>
                  <a:pt x="6026" y="4249"/>
                </a:cubicBezTo>
                <a:cubicBezTo>
                  <a:pt x="6564" y="3040"/>
                  <a:pt x="6076" y="789"/>
                  <a:pt x="4850" y="201"/>
                </a:cubicBezTo>
                <a:cubicBezTo>
                  <a:pt x="4559" y="63"/>
                  <a:pt x="4269" y="0"/>
                  <a:pt x="39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1"/>
          <p:cNvSpPr/>
          <p:nvPr/>
        </p:nvSpPr>
        <p:spPr>
          <a:xfrm rot="-238769">
            <a:off x="9153576" y="3619714"/>
            <a:ext cx="127276" cy="162302"/>
          </a:xfrm>
          <a:custGeom>
            <a:avLst/>
            <a:gdLst/>
            <a:ahLst/>
            <a:cxnLst/>
            <a:rect l="l" t="t" r="r" b="b"/>
            <a:pathLst>
              <a:path w="5091" h="6492" extrusionOk="0">
                <a:moveTo>
                  <a:pt x="2889" y="0"/>
                </a:moveTo>
                <a:cubicBezTo>
                  <a:pt x="1753" y="0"/>
                  <a:pt x="718" y="1587"/>
                  <a:pt x="287" y="2530"/>
                </a:cubicBezTo>
                <a:cubicBezTo>
                  <a:pt x="0" y="3169"/>
                  <a:pt x="34" y="3639"/>
                  <a:pt x="168" y="4293"/>
                </a:cubicBezTo>
                <a:cubicBezTo>
                  <a:pt x="370" y="5184"/>
                  <a:pt x="605" y="6275"/>
                  <a:pt x="1646" y="6461"/>
                </a:cubicBezTo>
                <a:cubicBezTo>
                  <a:pt x="1757" y="6482"/>
                  <a:pt x="1872" y="6492"/>
                  <a:pt x="1989" y="6492"/>
                </a:cubicBezTo>
                <a:cubicBezTo>
                  <a:pt x="3191" y="6492"/>
                  <a:pt x="4674" y="5440"/>
                  <a:pt x="4889" y="4277"/>
                </a:cubicBezTo>
                <a:cubicBezTo>
                  <a:pt x="5090" y="3151"/>
                  <a:pt x="4703" y="1203"/>
                  <a:pt x="3863" y="430"/>
                </a:cubicBezTo>
                <a:cubicBezTo>
                  <a:pt x="3538" y="127"/>
                  <a:pt x="3209" y="0"/>
                  <a:pt x="2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96"/>
        <p:cNvGrpSpPr/>
        <p:nvPr/>
      </p:nvGrpSpPr>
      <p:grpSpPr>
        <a:xfrm>
          <a:off x="0" y="0"/>
          <a:ext cx="0" cy="0"/>
          <a:chOff x="0" y="0"/>
          <a:chExt cx="0" cy="0"/>
        </a:xfrm>
      </p:grpSpPr>
      <p:sp>
        <p:nvSpPr>
          <p:cNvPr id="197" name="Google Shape;197;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8" name="Google Shape;198;p22"/>
          <p:cNvSpPr txBox="1">
            <a:spLocks noGrp="1"/>
          </p:cNvSpPr>
          <p:nvPr>
            <p:ph type="subTitle" idx="1"/>
          </p:nvPr>
        </p:nvSpPr>
        <p:spPr>
          <a:xfrm>
            <a:off x="872175" y="1118975"/>
            <a:ext cx="3353400" cy="71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99" name="Google Shape;199;p22"/>
          <p:cNvSpPr txBox="1">
            <a:spLocks noGrp="1"/>
          </p:cNvSpPr>
          <p:nvPr>
            <p:ph type="subTitle" idx="2"/>
          </p:nvPr>
        </p:nvSpPr>
        <p:spPr>
          <a:xfrm>
            <a:off x="872176" y="1756175"/>
            <a:ext cx="33534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0" name="Google Shape;200;p22"/>
          <p:cNvSpPr txBox="1">
            <a:spLocks noGrp="1"/>
          </p:cNvSpPr>
          <p:nvPr>
            <p:ph type="subTitle" idx="3"/>
          </p:nvPr>
        </p:nvSpPr>
        <p:spPr>
          <a:xfrm>
            <a:off x="4918426" y="1756175"/>
            <a:ext cx="33534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1" name="Google Shape;201;p22"/>
          <p:cNvSpPr txBox="1">
            <a:spLocks noGrp="1"/>
          </p:cNvSpPr>
          <p:nvPr>
            <p:ph type="subTitle" idx="4"/>
          </p:nvPr>
        </p:nvSpPr>
        <p:spPr>
          <a:xfrm>
            <a:off x="872175" y="3580700"/>
            <a:ext cx="33534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2" name="Google Shape;202;p22"/>
          <p:cNvSpPr txBox="1">
            <a:spLocks noGrp="1"/>
          </p:cNvSpPr>
          <p:nvPr>
            <p:ph type="subTitle" idx="5"/>
          </p:nvPr>
        </p:nvSpPr>
        <p:spPr>
          <a:xfrm>
            <a:off x="4918426" y="3580700"/>
            <a:ext cx="33534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3" name="Google Shape;203;p22"/>
          <p:cNvSpPr txBox="1">
            <a:spLocks noGrp="1"/>
          </p:cNvSpPr>
          <p:nvPr>
            <p:ph type="subTitle" idx="6"/>
          </p:nvPr>
        </p:nvSpPr>
        <p:spPr>
          <a:xfrm>
            <a:off x="872175" y="2943500"/>
            <a:ext cx="3353400" cy="71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04" name="Google Shape;204;p22"/>
          <p:cNvSpPr txBox="1">
            <a:spLocks noGrp="1"/>
          </p:cNvSpPr>
          <p:nvPr>
            <p:ph type="subTitle" idx="7"/>
          </p:nvPr>
        </p:nvSpPr>
        <p:spPr>
          <a:xfrm>
            <a:off x="4918424" y="1118975"/>
            <a:ext cx="3353400" cy="71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05" name="Google Shape;205;p22"/>
          <p:cNvSpPr txBox="1">
            <a:spLocks noGrp="1"/>
          </p:cNvSpPr>
          <p:nvPr>
            <p:ph type="subTitle" idx="8"/>
          </p:nvPr>
        </p:nvSpPr>
        <p:spPr>
          <a:xfrm>
            <a:off x="4918424" y="2943500"/>
            <a:ext cx="3353400" cy="71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06" name="Google Shape;206;p22"/>
          <p:cNvSpPr/>
          <p:nvPr/>
        </p:nvSpPr>
        <p:spPr>
          <a:xfrm>
            <a:off x="-319275" y="-95275"/>
            <a:ext cx="2942250" cy="562925"/>
          </a:xfrm>
          <a:custGeom>
            <a:avLst/>
            <a:gdLst/>
            <a:ahLst/>
            <a:cxnLst/>
            <a:rect l="l" t="t" r="r" b="b"/>
            <a:pathLst>
              <a:path w="117690" h="22517" extrusionOk="0">
                <a:moveTo>
                  <a:pt x="23276" y="0"/>
                </a:moveTo>
                <a:cubicBezTo>
                  <a:pt x="19799" y="0"/>
                  <a:pt x="16322" y="82"/>
                  <a:pt x="12848" y="258"/>
                </a:cubicBezTo>
                <a:cubicBezTo>
                  <a:pt x="12445" y="276"/>
                  <a:pt x="12445" y="880"/>
                  <a:pt x="12848" y="880"/>
                </a:cubicBezTo>
                <a:cubicBezTo>
                  <a:pt x="15515" y="832"/>
                  <a:pt x="18184" y="803"/>
                  <a:pt x="20853" y="803"/>
                </a:cubicBezTo>
                <a:cubicBezTo>
                  <a:pt x="25515" y="803"/>
                  <a:pt x="30178" y="891"/>
                  <a:pt x="34835" y="1116"/>
                </a:cubicBezTo>
                <a:cubicBezTo>
                  <a:pt x="36665" y="1199"/>
                  <a:pt x="38513" y="1317"/>
                  <a:pt x="40344" y="1452"/>
                </a:cubicBezTo>
                <a:cubicBezTo>
                  <a:pt x="41956" y="1552"/>
                  <a:pt x="43619" y="1703"/>
                  <a:pt x="45114" y="2375"/>
                </a:cubicBezTo>
                <a:cubicBezTo>
                  <a:pt x="46575" y="3013"/>
                  <a:pt x="47582" y="4256"/>
                  <a:pt x="48926" y="5079"/>
                </a:cubicBezTo>
                <a:cubicBezTo>
                  <a:pt x="50203" y="5886"/>
                  <a:pt x="51698" y="6238"/>
                  <a:pt x="53176" y="6490"/>
                </a:cubicBezTo>
                <a:cubicBezTo>
                  <a:pt x="60231" y="7666"/>
                  <a:pt x="67419" y="7581"/>
                  <a:pt x="74557" y="7599"/>
                </a:cubicBezTo>
                <a:cubicBezTo>
                  <a:pt x="78151" y="7599"/>
                  <a:pt x="81779" y="7599"/>
                  <a:pt x="85374" y="7868"/>
                </a:cubicBezTo>
                <a:cubicBezTo>
                  <a:pt x="86885" y="7985"/>
                  <a:pt x="88464" y="8204"/>
                  <a:pt x="89725" y="9111"/>
                </a:cubicBezTo>
                <a:cubicBezTo>
                  <a:pt x="90396" y="9597"/>
                  <a:pt x="90950" y="10219"/>
                  <a:pt x="91588" y="10739"/>
                </a:cubicBezTo>
                <a:cubicBezTo>
                  <a:pt x="92159" y="11209"/>
                  <a:pt x="92781" y="11563"/>
                  <a:pt x="93453" y="11832"/>
                </a:cubicBezTo>
                <a:cubicBezTo>
                  <a:pt x="95082" y="12486"/>
                  <a:pt x="96880" y="12604"/>
                  <a:pt x="98609" y="12755"/>
                </a:cubicBezTo>
                <a:cubicBezTo>
                  <a:pt x="100608" y="12923"/>
                  <a:pt x="102607" y="13108"/>
                  <a:pt x="104606" y="13276"/>
                </a:cubicBezTo>
                <a:cubicBezTo>
                  <a:pt x="108284" y="13594"/>
                  <a:pt x="111979" y="13914"/>
                  <a:pt x="115658" y="14233"/>
                </a:cubicBezTo>
                <a:cubicBezTo>
                  <a:pt x="113043" y="15692"/>
                  <a:pt x="110016" y="16023"/>
                  <a:pt x="107025" y="16023"/>
                </a:cubicBezTo>
                <a:cubicBezTo>
                  <a:pt x="106711" y="16023"/>
                  <a:pt x="106397" y="16019"/>
                  <a:pt x="106084" y="16013"/>
                </a:cubicBezTo>
                <a:cubicBezTo>
                  <a:pt x="103917" y="15976"/>
                  <a:pt x="101749" y="15842"/>
                  <a:pt x="99588" y="15842"/>
                </a:cubicBezTo>
                <a:cubicBezTo>
                  <a:pt x="97829" y="15842"/>
                  <a:pt x="96075" y="15931"/>
                  <a:pt x="94327" y="16232"/>
                </a:cubicBezTo>
                <a:cubicBezTo>
                  <a:pt x="90144" y="16954"/>
                  <a:pt x="86180" y="18533"/>
                  <a:pt x="82149" y="19759"/>
                </a:cubicBezTo>
                <a:cubicBezTo>
                  <a:pt x="80100" y="20380"/>
                  <a:pt x="78017" y="20918"/>
                  <a:pt x="75901" y="21186"/>
                </a:cubicBezTo>
                <a:cubicBezTo>
                  <a:pt x="74754" y="21327"/>
                  <a:pt x="73604" y="21382"/>
                  <a:pt x="72453" y="21382"/>
                </a:cubicBezTo>
                <a:cubicBezTo>
                  <a:pt x="71261" y="21382"/>
                  <a:pt x="70068" y="21323"/>
                  <a:pt x="68880" y="21237"/>
                </a:cubicBezTo>
                <a:cubicBezTo>
                  <a:pt x="64094" y="20868"/>
                  <a:pt x="59340" y="20481"/>
                  <a:pt x="54554" y="20380"/>
                </a:cubicBezTo>
                <a:cubicBezTo>
                  <a:pt x="53269" y="20353"/>
                  <a:pt x="51984" y="20340"/>
                  <a:pt x="50699" y="20340"/>
                </a:cubicBezTo>
                <a:cubicBezTo>
                  <a:pt x="47148" y="20340"/>
                  <a:pt x="43598" y="20444"/>
                  <a:pt x="40058" y="20666"/>
                </a:cubicBezTo>
                <a:cubicBezTo>
                  <a:pt x="37706" y="20817"/>
                  <a:pt x="35339" y="21137"/>
                  <a:pt x="32987" y="21220"/>
                </a:cubicBezTo>
                <a:cubicBezTo>
                  <a:pt x="32910" y="21223"/>
                  <a:pt x="32831" y="21224"/>
                  <a:pt x="32752" y="21224"/>
                </a:cubicBezTo>
                <a:cubicBezTo>
                  <a:pt x="31851" y="21224"/>
                  <a:pt x="30862" y="21030"/>
                  <a:pt x="30383" y="20196"/>
                </a:cubicBezTo>
                <a:cubicBezTo>
                  <a:pt x="29879" y="19305"/>
                  <a:pt x="30585" y="18617"/>
                  <a:pt x="31357" y="18297"/>
                </a:cubicBezTo>
                <a:cubicBezTo>
                  <a:pt x="32264" y="17928"/>
                  <a:pt x="33272" y="17811"/>
                  <a:pt x="34213" y="17659"/>
                </a:cubicBezTo>
                <a:cubicBezTo>
                  <a:pt x="35422" y="17441"/>
                  <a:pt x="36615" y="17256"/>
                  <a:pt x="37825" y="17106"/>
                </a:cubicBezTo>
                <a:cubicBezTo>
                  <a:pt x="40142" y="16803"/>
                  <a:pt x="42476" y="16584"/>
                  <a:pt x="44812" y="16416"/>
                </a:cubicBezTo>
                <a:cubicBezTo>
                  <a:pt x="54117" y="15744"/>
                  <a:pt x="63472" y="15879"/>
                  <a:pt x="72709" y="14501"/>
                </a:cubicBezTo>
                <a:cubicBezTo>
                  <a:pt x="73852" y="14333"/>
                  <a:pt x="74994" y="14132"/>
                  <a:pt x="76120" y="13914"/>
                </a:cubicBezTo>
                <a:cubicBezTo>
                  <a:pt x="76640" y="13813"/>
                  <a:pt x="76624" y="13142"/>
                  <a:pt x="76254" y="12889"/>
                </a:cubicBezTo>
                <a:cubicBezTo>
                  <a:pt x="72642" y="10403"/>
                  <a:pt x="67822" y="10656"/>
                  <a:pt x="63623" y="10521"/>
                </a:cubicBezTo>
                <a:cubicBezTo>
                  <a:pt x="58534" y="10370"/>
                  <a:pt x="53428" y="10286"/>
                  <a:pt x="48339" y="10253"/>
                </a:cubicBezTo>
                <a:cubicBezTo>
                  <a:pt x="47374" y="10248"/>
                  <a:pt x="46408" y="10245"/>
                  <a:pt x="45443" y="10245"/>
                </a:cubicBezTo>
                <a:cubicBezTo>
                  <a:pt x="36227" y="10245"/>
                  <a:pt x="26999" y="10465"/>
                  <a:pt x="17786" y="10891"/>
                </a:cubicBezTo>
                <a:cubicBezTo>
                  <a:pt x="12093" y="11142"/>
                  <a:pt x="6382" y="11496"/>
                  <a:pt x="688" y="11915"/>
                </a:cubicBezTo>
                <a:cubicBezTo>
                  <a:pt x="15" y="11965"/>
                  <a:pt x="0" y="13009"/>
                  <a:pt x="643" y="13009"/>
                </a:cubicBezTo>
                <a:cubicBezTo>
                  <a:pt x="657" y="13009"/>
                  <a:pt x="672" y="13008"/>
                  <a:pt x="688" y="13007"/>
                </a:cubicBezTo>
                <a:cubicBezTo>
                  <a:pt x="10732" y="12251"/>
                  <a:pt x="20793" y="11764"/>
                  <a:pt x="30871" y="11529"/>
                </a:cubicBezTo>
                <a:cubicBezTo>
                  <a:pt x="35629" y="11418"/>
                  <a:pt x="40387" y="11363"/>
                  <a:pt x="45146" y="11363"/>
                </a:cubicBezTo>
                <a:cubicBezTo>
                  <a:pt x="50415" y="11363"/>
                  <a:pt x="55684" y="11430"/>
                  <a:pt x="60952" y="11563"/>
                </a:cubicBezTo>
                <a:cubicBezTo>
                  <a:pt x="63606" y="11646"/>
                  <a:pt x="66293" y="11664"/>
                  <a:pt x="68931" y="11865"/>
                </a:cubicBezTo>
                <a:cubicBezTo>
                  <a:pt x="70795" y="12000"/>
                  <a:pt x="72676" y="12318"/>
                  <a:pt x="74355" y="13108"/>
                </a:cubicBezTo>
                <a:cubicBezTo>
                  <a:pt x="65185" y="14687"/>
                  <a:pt x="55864" y="14620"/>
                  <a:pt x="46592" y="15191"/>
                </a:cubicBezTo>
                <a:cubicBezTo>
                  <a:pt x="41805" y="15476"/>
                  <a:pt x="36985" y="15912"/>
                  <a:pt x="32282" y="16887"/>
                </a:cubicBezTo>
                <a:cubicBezTo>
                  <a:pt x="30737" y="17206"/>
                  <a:pt x="28755" y="18096"/>
                  <a:pt x="29140" y="20028"/>
                </a:cubicBezTo>
                <a:cubicBezTo>
                  <a:pt x="29500" y="21854"/>
                  <a:pt x="31350" y="22313"/>
                  <a:pt x="32992" y="22313"/>
                </a:cubicBezTo>
                <a:cubicBezTo>
                  <a:pt x="33267" y="22313"/>
                  <a:pt x="33537" y="22300"/>
                  <a:pt x="33794" y="22279"/>
                </a:cubicBezTo>
                <a:cubicBezTo>
                  <a:pt x="39589" y="21763"/>
                  <a:pt x="45390" y="21484"/>
                  <a:pt x="51193" y="21484"/>
                </a:cubicBezTo>
                <a:cubicBezTo>
                  <a:pt x="55414" y="21484"/>
                  <a:pt x="59636" y="21632"/>
                  <a:pt x="63859" y="21943"/>
                </a:cubicBezTo>
                <a:cubicBezTo>
                  <a:pt x="66327" y="22127"/>
                  <a:pt x="68797" y="22413"/>
                  <a:pt x="71265" y="22496"/>
                </a:cubicBezTo>
                <a:cubicBezTo>
                  <a:pt x="71630" y="22510"/>
                  <a:pt x="71995" y="22516"/>
                  <a:pt x="72358" y="22516"/>
                </a:cubicBezTo>
                <a:cubicBezTo>
                  <a:pt x="74336" y="22516"/>
                  <a:pt x="76292" y="22320"/>
                  <a:pt x="78236" y="21909"/>
                </a:cubicBezTo>
                <a:cubicBezTo>
                  <a:pt x="82552" y="21002"/>
                  <a:pt x="86617" y="19238"/>
                  <a:pt x="90849" y="18046"/>
                </a:cubicBezTo>
                <a:cubicBezTo>
                  <a:pt x="92983" y="17441"/>
                  <a:pt x="95167" y="16987"/>
                  <a:pt x="97384" y="16853"/>
                </a:cubicBezTo>
                <a:cubicBezTo>
                  <a:pt x="98091" y="16811"/>
                  <a:pt x="98802" y="16795"/>
                  <a:pt x="99512" y="16795"/>
                </a:cubicBezTo>
                <a:cubicBezTo>
                  <a:pt x="100808" y="16795"/>
                  <a:pt x="102106" y="16849"/>
                  <a:pt x="103397" y="16904"/>
                </a:cubicBezTo>
                <a:cubicBezTo>
                  <a:pt x="104590" y="16946"/>
                  <a:pt x="105805" y="16994"/>
                  <a:pt x="107021" y="16994"/>
                </a:cubicBezTo>
                <a:cubicBezTo>
                  <a:pt x="109705" y="16994"/>
                  <a:pt x="112394" y="16758"/>
                  <a:pt x="114868" y="15695"/>
                </a:cubicBezTo>
                <a:cubicBezTo>
                  <a:pt x="115741" y="15325"/>
                  <a:pt x="116547" y="14855"/>
                  <a:pt x="117304" y="14300"/>
                </a:cubicBezTo>
                <a:cubicBezTo>
                  <a:pt x="117689" y="14015"/>
                  <a:pt x="117555" y="13460"/>
                  <a:pt x="117069" y="13410"/>
                </a:cubicBezTo>
                <a:cubicBezTo>
                  <a:pt x="113373" y="13108"/>
                  <a:pt x="109678" y="12772"/>
                  <a:pt x="105983" y="12452"/>
                </a:cubicBezTo>
                <a:cubicBezTo>
                  <a:pt x="104152" y="12302"/>
                  <a:pt x="102304" y="12134"/>
                  <a:pt x="100457" y="11982"/>
                </a:cubicBezTo>
                <a:cubicBezTo>
                  <a:pt x="98828" y="11832"/>
                  <a:pt x="97165" y="11764"/>
                  <a:pt x="95552" y="11462"/>
                </a:cubicBezTo>
                <a:cubicBezTo>
                  <a:pt x="94780" y="11310"/>
                  <a:pt x="94007" y="11109"/>
                  <a:pt x="93301" y="10739"/>
                </a:cubicBezTo>
                <a:cubicBezTo>
                  <a:pt x="92562" y="10370"/>
                  <a:pt x="91958" y="9850"/>
                  <a:pt x="91353" y="9295"/>
                </a:cubicBezTo>
                <a:cubicBezTo>
                  <a:pt x="90195" y="8220"/>
                  <a:pt x="88986" y="7498"/>
                  <a:pt x="87423" y="7196"/>
                </a:cubicBezTo>
                <a:cubicBezTo>
                  <a:pt x="85810" y="6876"/>
                  <a:pt x="84148" y="6860"/>
                  <a:pt x="82518" y="6793"/>
                </a:cubicBezTo>
                <a:cubicBezTo>
                  <a:pt x="80772" y="6726"/>
                  <a:pt x="79025" y="6692"/>
                  <a:pt x="77278" y="6674"/>
                </a:cubicBezTo>
                <a:cubicBezTo>
                  <a:pt x="70089" y="6607"/>
                  <a:pt x="62867" y="6826"/>
                  <a:pt x="55712" y="5953"/>
                </a:cubicBezTo>
                <a:cubicBezTo>
                  <a:pt x="54032" y="5751"/>
                  <a:pt x="52285" y="5566"/>
                  <a:pt x="50690" y="4979"/>
                </a:cubicBezTo>
                <a:cubicBezTo>
                  <a:pt x="49128" y="4408"/>
                  <a:pt x="48070" y="3232"/>
                  <a:pt x="46727" y="2307"/>
                </a:cubicBezTo>
                <a:cubicBezTo>
                  <a:pt x="44140" y="493"/>
                  <a:pt x="40629" y="594"/>
                  <a:pt x="37606" y="426"/>
                </a:cubicBezTo>
                <a:cubicBezTo>
                  <a:pt x="32833" y="154"/>
                  <a:pt x="28054" y="0"/>
                  <a:pt x="232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2"/>
          <p:cNvSpPr/>
          <p:nvPr/>
        </p:nvSpPr>
        <p:spPr>
          <a:xfrm>
            <a:off x="416375" y="1486725"/>
            <a:ext cx="251525" cy="269450"/>
          </a:xfrm>
          <a:custGeom>
            <a:avLst/>
            <a:gdLst/>
            <a:ahLst/>
            <a:cxnLst/>
            <a:rect l="l" t="t" r="r" b="b"/>
            <a:pathLst>
              <a:path w="10061" h="10778" extrusionOk="0">
                <a:moveTo>
                  <a:pt x="6902" y="1"/>
                </a:moveTo>
                <a:cubicBezTo>
                  <a:pt x="6568" y="1"/>
                  <a:pt x="6231" y="40"/>
                  <a:pt x="5913" y="150"/>
                </a:cubicBezTo>
                <a:cubicBezTo>
                  <a:pt x="5073" y="452"/>
                  <a:pt x="4569" y="1225"/>
                  <a:pt x="4048" y="1896"/>
                </a:cubicBezTo>
                <a:cubicBezTo>
                  <a:pt x="2553" y="3862"/>
                  <a:pt x="0" y="6331"/>
                  <a:pt x="572" y="9085"/>
                </a:cubicBezTo>
                <a:cubicBezTo>
                  <a:pt x="706" y="9707"/>
                  <a:pt x="1058" y="10413"/>
                  <a:pt x="1696" y="10648"/>
                </a:cubicBezTo>
                <a:cubicBezTo>
                  <a:pt x="1945" y="10738"/>
                  <a:pt x="2183" y="10778"/>
                  <a:pt x="2411" y="10778"/>
                </a:cubicBezTo>
                <a:cubicBezTo>
                  <a:pt x="3416" y="10778"/>
                  <a:pt x="4224" y="10002"/>
                  <a:pt x="4854" y="9304"/>
                </a:cubicBezTo>
                <a:cubicBezTo>
                  <a:pt x="5812" y="8263"/>
                  <a:pt x="7273" y="7826"/>
                  <a:pt x="7776" y="6348"/>
                </a:cubicBezTo>
                <a:cubicBezTo>
                  <a:pt x="7978" y="5710"/>
                  <a:pt x="7944" y="5004"/>
                  <a:pt x="8163" y="4400"/>
                </a:cubicBezTo>
                <a:cubicBezTo>
                  <a:pt x="8399" y="3677"/>
                  <a:pt x="9154" y="2971"/>
                  <a:pt x="9541" y="2300"/>
                </a:cubicBezTo>
                <a:cubicBezTo>
                  <a:pt x="9758" y="1896"/>
                  <a:pt x="10061" y="1191"/>
                  <a:pt x="9859" y="738"/>
                </a:cubicBezTo>
                <a:cubicBezTo>
                  <a:pt x="9608" y="183"/>
                  <a:pt x="9154" y="268"/>
                  <a:pt x="8634" y="217"/>
                </a:cubicBezTo>
                <a:cubicBezTo>
                  <a:pt x="8179" y="167"/>
                  <a:pt x="7727" y="66"/>
                  <a:pt x="7273" y="15"/>
                </a:cubicBezTo>
                <a:cubicBezTo>
                  <a:pt x="7150" y="6"/>
                  <a:pt x="7026"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2"/>
          <p:cNvSpPr/>
          <p:nvPr/>
        </p:nvSpPr>
        <p:spPr>
          <a:xfrm>
            <a:off x="-1297250" y="353075"/>
            <a:ext cx="1965150" cy="942525"/>
          </a:xfrm>
          <a:custGeom>
            <a:avLst/>
            <a:gdLst/>
            <a:ahLst/>
            <a:cxnLst/>
            <a:rect l="l" t="t" r="r" b="b"/>
            <a:pathLst>
              <a:path w="78606" h="37701" extrusionOk="0">
                <a:moveTo>
                  <a:pt x="0" y="0"/>
                </a:moveTo>
                <a:lnTo>
                  <a:pt x="3494" y="4636"/>
                </a:lnTo>
                <a:cubicBezTo>
                  <a:pt x="3552" y="4635"/>
                  <a:pt x="3611" y="4635"/>
                  <a:pt x="3671" y="4635"/>
                </a:cubicBezTo>
                <a:cubicBezTo>
                  <a:pt x="6087" y="4635"/>
                  <a:pt x="8605" y="4961"/>
                  <a:pt x="10868" y="5879"/>
                </a:cubicBezTo>
                <a:cubicBezTo>
                  <a:pt x="12530" y="6551"/>
                  <a:pt x="13672" y="7491"/>
                  <a:pt x="14781" y="8868"/>
                </a:cubicBezTo>
                <a:cubicBezTo>
                  <a:pt x="15990" y="10380"/>
                  <a:pt x="17266" y="12093"/>
                  <a:pt x="18896" y="13186"/>
                </a:cubicBezTo>
                <a:cubicBezTo>
                  <a:pt x="21846" y="15153"/>
                  <a:pt x="25695" y="15370"/>
                  <a:pt x="29163" y="15370"/>
                </a:cubicBezTo>
                <a:cubicBezTo>
                  <a:pt x="29307" y="15370"/>
                  <a:pt x="29451" y="15370"/>
                  <a:pt x="29595" y="15369"/>
                </a:cubicBezTo>
                <a:cubicBezTo>
                  <a:pt x="31040" y="15356"/>
                  <a:pt x="32531" y="15270"/>
                  <a:pt x="34015" y="15270"/>
                </a:cubicBezTo>
                <a:cubicBezTo>
                  <a:pt x="36358" y="15270"/>
                  <a:pt x="38683" y="15485"/>
                  <a:pt x="40781" y="16545"/>
                </a:cubicBezTo>
                <a:cubicBezTo>
                  <a:pt x="42931" y="17636"/>
                  <a:pt x="44796" y="18896"/>
                  <a:pt x="47282" y="19148"/>
                </a:cubicBezTo>
                <a:cubicBezTo>
                  <a:pt x="50388" y="19467"/>
                  <a:pt x="54370" y="19181"/>
                  <a:pt x="57107" y="20912"/>
                </a:cubicBezTo>
                <a:cubicBezTo>
                  <a:pt x="57812" y="21349"/>
                  <a:pt x="58535" y="22137"/>
                  <a:pt x="58501" y="23044"/>
                </a:cubicBezTo>
                <a:cubicBezTo>
                  <a:pt x="58450" y="24086"/>
                  <a:pt x="57409" y="24540"/>
                  <a:pt x="56569" y="24858"/>
                </a:cubicBezTo>
                <a:cubicBezTo>
                  <a:pt x="54822" y="25497"/>
                  <a:pt x="52841" y="25783"/>
                  <a:pt x="51010" y="26085"/>
                </a:cubicBezTo>
                <a:cubicBezTo>
                  <a:pt x="48910" y="26455"/>
                  <a:pt x="46778" y="26773"/>
                  <a:pt x="44644" y="26941"/>
                </a:cubicBezTo>
                <a:cubicBezTo>
                  <a:pt x="40664" y="27261"/>
                  <a:pt x="36835" y="28386"/>
                  <a:pt x="32887" y="28974"/>
                </a:cubicBezTo>
                <a:cubicBezTo>
                  <a:pt x="30183" y="29393"/>
                  <a:pt x="27462" y="29680"/>
                  <a:pt x="24741" y="29998"/>
                </a:cubicBezTo>
                <a:cubicBezTo>
                  <a:pt x="23196" y="30166"/>
                  <a:pt x="21902" y="30217"/>
                  <a:pt x="20576" y="31140"/>
                </a:cubicBezTo>
                <a:cubicBezTo>
                  <a:pt x="20072" y="31493"/>
                  <a:pt x="19635" y="31913"/>
                  <a:pt x="19181" y="32316"/>
                </a:cubicBezTo>
                <a:cubicBezTo>
                  <a:pt x="18442" y="32972"/>
                  <a:pt x="17905" y="33240"/>
                  <a:pt x="16930" y="33475"/>
                </a:cubicBezTo>
                <a:cubicBezTo>
                  <a:pt x="14646" y="34029"/>
                  <a:pt x="12346" y="34533"/>
                  <a:pt x="10062" y="35070"/>
                </a:cubicBezTo>
                <a:cubicBezTo>
                  <a:pt x="9457" y="35222"/>
                  <a:pt x="5695" y="35558"/>
                  <a:pt x="5493" y="36398"/>
                </a:cubicBezTo>
                <a:cubicBezTo>
                  <a:pt x="5240" y="37538"/>
                  <a:pt x="11996" y="37700"/>
                  <a:pt x="16277" y="37700"/>
                </a:cubicBezTo>
                <a:cubicBezTo>
                  <a:pt x="17987" y="37700"/>
                  <a:pt x="19302" y="37674"/>
                  <a:pt x="19618" y="37674"/>
                </a:cubicBezTo>
                <a:cubicBezTo>
                  <a:pt x="19669" y="37675"/>
                  <a:pt x="19719" y="37675"/>
                  <a:pt x="19770" y="37675"/>
                </a:cubicBezTo>
                <a:cubicBezTo>
                  <a:pt x="21043" y="37675"/>
                  <a:pt x="22272" y="37486"/>
                  <a:pt x="23532" y="37406"/>
                </a:cubicBezTo>
                <a:cubicBezTo>
                  <a:pt x="23585" y="37403"/>
                  <a:pt x="23640" y="37402"/>
                  <a:pt x="23697" y="37402"/>
                </a:cubicBezTo>
                <a:cubicBezTo>
                  <a:pt x="23993" y="37402"/>
                  <a:pt x="24338" y="37433"/>
                  <a:pt x="24671" y="37433"/>
                </a:cubicBezTo>
                <a:cubicBezTo>
                  <a:pt x="25049" y="37433"/>
                  <a:pt x="25411" y="37393"/>
                  <a:pt x="25664" y="37220"/>
                </a:cubicBezTo>
                <a:cubicBezTo>
                  <a:pt x="25933" y="37052"/>
                  <a:pt x="26186" y="36600"/>
                  <a:pt x="26471" y="36364"/>
                </a:cubicBezTo>
                <a:cubicBezTo>
                  <a:pt x="27143" y="35809"/>
                  <a:pt x="27832" y="35474"/>
                  <a:pt x="28654" y="35138"/>
                </a:cubicBezTo>
                <a:cubicBezTo>
                  <a:pt x="31442" y="34029"/>
                  <a:pt x="34382" y="33525"/>
                  <a:pt x="37338" y="33005"/>
                </a:cubicBezTo>
                <a:cubicBezTo>
                  <a:pt x="38884" y="32736"/>
                  <a:pt x="40462" y="32719"/>
                  <a:pt x="42008" y="32468"/>
                </a:cubicBezTo>
                <a:cubicBezTo>
                  <a:pt x="43990" y="32148"/>
                  <a:pt x="45972" y="31829"/>
                  <a:pt x="47954" y="31442"/>
                </a:cubicBezTo>
                <a:cubicBezTo>
                  <a:pt x="53832" y="30318"/>
                  <a:pt x="59660" y="29024"/>
                  <a:pt x="65505" y="27680"/>
                </a:cubicBezTo>
                <a:cubicBezTo>
                  <a:pt x="68024" y="27109"/>
                  <a:pt x="70292" y="26168"/>
                  <a:pt x="72711" y="25362"/>
                </a:cubicBezTo>
                <a:cubicBezTo>
                  <a:pt x="74642" y="24708"/>
                  <a:pt x="76541" y="23666"/>
                  <a:pt x="77649" y="21869"/>
                </a:cubicBezTo>
                <a:cubicBezTo>
                  <a:pt x="78254" y="20894"/>
                  <a:pt x="78606" y="18946"/>
                  <a:pt x="77934" y="17938"/>
                </a:cubicBezTo>
                <a:cubicBezTo>
                  <a:pt x="76893" y="16377"/>
                  <a:pt x="74340" y="15839"/>
                  <a:pt x="72626" y="15520"/>
                </a:cubicBezTo>
                <a:cubicBezTo>
                  <a:pt x="70347" y="15101"/>
                  <a:pt x="67852" y="14739"/>
                  <a:pt x="65512" y="14739"/>
                </a:cubicBezTo>
                <a:cubicBezTo>
                  <a:pt x="65318" y="14739"/>
                  <a:pt x="65125" y="14742"/>
                  <a:pt x="64934" y="14747"/>
                </a:cubicBezTo>
                <a:cubicBezTo>
                  <a:pt x="63574" y="14781"/>
                  <a:pt x="62347" y="15150"/>
                  <a:pt x="61021" y="15302"/>
                </a:cubicBezTo>
                <a:cubicBezTo>
                  <a:pt x="60371" y="15382"/>
                  <a:pt x="59711" y="15405"/>
                  <a:pt x="59049" y="15405"/>
                </a:cubicBezTo>
                <a:cubicBezTo>
                  <a:pt x="58325" y="15405"/>
                  <a:pt x="57600" y="15378"/>
                  <a:pt x="56889" y="15369"/>
                </a:cubicBezTo>
                <a:cubicBezTo>
                  <a:pt x="54974" y="15352"/>
                  <a:pt x="52992" y="15033"/>
                  <a:pt x="51127" y="14613"/>
                </a:cubicBezTo>
                <a:cubicBezTo>
                  <a:pt x="49112" y="14142"/>
                  <a:pt x="47483" y="13085"/>
                  <a:pt x="45636" y="12212"/>
                </a:cubicBezTo>
                <a:cubicBezTo>
                  <a:pt x="44036" y="11471"/>
                  <a:pt x="42370" y="11240"/>
                  <a:pt x="40678" y="11240"/>
                </a:cubicBezTo>
                <a:cubicBezTo>
                  <a:pt x="37869" y="11240"/>
                  <a:pt x="34989" y="11877"/>
                  <a:pt x="32225" y="11877"/>
                </a:cubicBezTo>
                <a:cubicBezTo>
                  <a:pt x="32160" y="11877"/>
                  <a:pt x="32096" y="11876"/>
                  <a:pt x="32031" y="11876"/>
                </a:cubicBezTo>
                <a:lnTo>
                  <a:pt x="28269" y="11876"/>
                </a:lnTo>
                <a:cubicBezTo>
                  <a:pt x="27660" y="11876"/>
                  <a:pt x="26991" y="11941"/>
                  <a:pt x="26342" y="11941"/>
                </a:cubicBezTo>
                <a:cubicBezTo>
                  <a:pt x="25953" y="11941"/>
                  <a:pt x="25570" y="11918"/>
                  <a:pt x="25212" y="11842"/>
                </a:cubicBezTo>
                <a:cubicBezTo>
                  <a:pt x="24321" y="11640"/>
                  <a:pt x="23447" y="11170"/>
                  <a:pt x="22591" y="10850"/>
                </a:cubicBezTo>
                <a:cubicBezTo>
                  <a:pt x="21902" y="10599"/>
                  <a:pt x="21163" y="10481"/>
                  <a:pt x="20509" y="10162"/>
                </a:cubicBezTo>
                <a:cubicBezTo>
                  <a:pt x="19635" y="9708"/>
                  <a:pt x="18711" y="9087"/>
                  <a:pt x="18005" y="8416"/>
                </a:cubicBezTo>
                <a:cubicBezTo>
                  <a:pt x="17031" y="7525"/>
                  <a:pt x="16041" y="7005"/>
                  <a:pt x="15150" y="6013"/>
                </a:cubicBezTo>
                <a:cubicBezTo>
                  <a:pt x="14261" y="5039"/>
                  <a:pt x="14210" y="3628"/>
                  <a:pt x="13135" y="2889"/>
                </a:cubicBezTo>
                <a:cubicBezTo>
                  <a:pt x="11876" y="1999"/>
                  <a:pt x="9910" y="1865"/>
                  <a:pt x="8398" y="1579"/>
                </a:cubicBezTo>
                <a:cubicBezTo>
                  <a:pt x="6282" y="1193"/>
                  <a:pt x="4165" y="857"/>
                  <a:pt x="2049" y="421"/>
                </a:cubicBezTo>
                <a:cubicBezTo>
                  <a:pt x="1260" y="253"/>
                  <a:pt x="840" y="0"/>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2"/>
          <p:cNvSpPr/>
          <p:nvPr/>
        </p:nvSpPr>
        <p:spPr>
          <a:xfrm rot="-5400000" flipH="1">
            <a:off x="8124772" y="3908949"/>
            <a:ext cx="1219090" cy="1600038"/>
          </a:xfrm>
          <a:custGeom>
            <a:avLst/>
            <a:gdLst/>
            <a:ahLst/>
            <a:cxnLst/>
            <a:rect l="l" t="t" r="r" b="b"/>
            <a:pathLst>
              <a:path w="38213" h="50154" extrusionOk="0">
                <a:moveTo>
                  <a:pt x="38212" y="1"/>
                </a:moveTo>
                <a:cubicBezTo>
                  <a:pt x="37406" y="404"/>
                  <a:pt x="36549" y="740"/>
                  <a:pt x="35944" y="1395"/>
                </a:cubicBezTo>
                <a:cubicBezTo>
                  <a:pt x="35474" y="1882"/>
                  <a:pt x="35122" y="2470"/>
                  <a:pt x="34618" y="2957"/>
                </a:cubicBezTo>
                <a:cubicBezTo>
                  <a:pt x="32719" y="4855"/>
                  <a:pt x="30670" y="6636"/>
                  <a:pt x="28688" y="8416"/>
                </a:cubicBezTo>
                <a:cubicBezTo>
                  <a:pt x="26673" y="10213"/>
                  <a:pt x="25145" y="12430"/>
                  <a:pt x="23347" y="14429"/>
                </a:cubicBezTo>
                <a:cubicBezTo>
                  <a:pt x="21987" y="15957"/>
                  <a:pt x="20845" y="17587"/>
                  <a:pt x="19602" y="19199"/>
                </a:cubicBezTo>
                <a:cubicBezTo>
                  <a:pt x="18375" y="20794"/>
                  <a:pt x="16964" y="22055"/>
                  <a:pt x="16192" y="23936"/>
                </a:cubicBezTo>
                <a:cubicBezTo>
                  <a:pt x="15520" y="25564"/>
                  <a:pt x="15269" y="27261"/>
                  <a:pt x="15083" y="29008"/>
                </a:cubicBezTo>
                <a:cubicBezTo>
                  <a:pt x="14915" y="30553"/>
                  <a:pt x="15184" y="31998"/>
                  <a:pt x="14411" y="33425"/>
                </a:cubicBezTo>
                <a:cubicBezTo>
                  <a:pt x="13556" y="34988"/>
                  <a:pt x="12026" y="35978"/>
                  <a:pt x="10835" y="37254"/>
                </a:cubicBezTo>
                <a:cubicBezTo>
                  <a:pt x="9121" y="39102"/>
                  <a:pt x="7323" y="40833"/>
                  <a:pt x="5610" y="42663"/>
                </a:cubicBezTo>
                <a:cubicBezTo>
                  <a:pt x="4031" y="44376"/>
                  <a:pt x="2101" y="45905"/>
                  <a:pt x="706" y="47769"/>
                </a:cubicBezTo>
                <a:cubicBezTo>
                  <a:pt x="370" y="48223"/>
                  <a:pt x="0" y="48609"/>
                  <a:pt x="471" y="48996"/>
                </a:cubicBezTo>
                <a:cubicBezTo>
                  <a:pt x="656" y="49130"/>
                  <a:pt x="1378" y="49164"/>
                  <a:pt x="1613" y="49197"/>
                </a:cubicBezTo>
                <a:cubicBezTo>
                  <a:pt x="2688" y="49365"/>
                  <a:pt x="3796" y="49314"/>
                  <a:pt x="4889" y="49432"/>
                </a:cubicBezTo>
                <a:cubicBezTo>
                  <a:pt x="8365" y="49818"/>
                  <a:pt x="11724" y="50154"/>
                  <a:pt x="15235" y="50154"/>
                </a:cubicBezTo>
                <a:cubicBezTo>
                  <a:pt x="19333" y="50154"/>
                  <a:pt x="23432" y="49936"/>
                  <a:pt x="27530" y="49818"/>
                </a:cubicBezTo>
                <a:cubicBezTo>
                  <a:pt x="30603" y="49717"/>
                  <a:pt x="33660" y="49567"/>
                  <a:pt x="36750" y="49567"/>
                </a:cubicBezTo>
                <a:lnTo>
                  <a:pt x="382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2"/>
          <p:cNvSpPr/>
          <p:nvPr/>
        </p:nvSpPr>
        <p:spPr>
          <a:xfrm rot="-5400000" flipH="1">
            <a:off x="8691687" y="3711509"/>
            <a:ext cx="660158" cy="631191"/>
          </a:xfrm>
          <a:custGeom>
            <a:avLst/>
            <a:gdLst/>
            <a:ahLst/>
            <a:cxnLst/>
            <a:rect l="l" t="t" r="r" b="b"/>
            <a:pathLst>
              <a:path w="20693" h="19785" extrusionOk="0">
                <a:moveTo>
                  <a:pt x="17490" y="0"/>
                </a:moveTo>
                <a:cubicBezTo>
                  <a:pt x="16327" y="0"/>
                  <a:pt x="15055" y="330"/>
                  <a:pt x="14259" y="665"/>
                </a:cubicBezTo>
                <a:cubicBezTo>
                  <a:pt x="12161" y="1572"/>
                  <a:pt x="10380" y="2933"/>
                  <a:pt x="8667" y="4411"/>
                </a:cubicBezTo>
                <a:cubicBezTo>
                  <a:pt x="7541" y="5401"/>
                  <a:pt x="6533" y="6812"/>
                  <a:pt x="5039" y="7182"/>
                </a:cubicBezTo>
                <a:cubicBezTo>
                  <a:pt x="4249" y="7383"/>
                  <a:pt x="3494" y="7618"/>
                  <a:pt x="2939" y="8257"/>
                </a:cubicBezTo>
                <a:cubicBezTo>
                  <a:pt x="2502" y="8761"/>
                  <a:pt x="2116" y="9399"/>
                  <a:pt x="1763" y="9970"/>
                </a:cubicBezTo>
                <a:cubicBezTo>
                  <a:pt x="688" y="11683"/>
                  <a:pt x="0" y="13985"/>
                  <a:pt x="856" y="15949"/>
                </a:cubicBezTo>
                <a:cubicBezTo>
                  <a:pt x="1662" y="17781"/>
                  <a:pt x="3695" y="18721"/>
                  <a:pt x="5458" y="19443"/>
                </a:cubicBezTo>
                <a:cubicBezTo>
                  <a:pt x="6119" y="19707"/>
                  <a:pt x="6759" y="19785"/>
                  <a:pt x="7400" y="19785"/>
                </a:cubicBezTo>
                <a:cubicBezTo>
                  <a:pt x="8144" y="19785"/>
                  <a:pt x="8890" y="19681"/>
                  <a:pt x="9675" y="19645"/>
                </a:cubicBezTo>
                <a:cubicBezTo>
                  <a:pt x="9730" y="19641"/>
                  <a:pt x="9786" y="19639"/>
                  <a:pt x="9841" y="19639"/>
                </a:cubicBezTo>
                <a:cubicBezTo>
                  <a:pt x="10170" y="19639"/>
                  <a:pt x="10493" y="19697"/>
                  <a:pt x="10821" y="19697"/>
                </a:cubicBezTo>
                <a:cubicBezTo>
                  <a:pt x="10920" y="19697"/>
                  <a:pt x="11019" y="19692"/>
                  <a:pt x="11119" y="19678"/>
                </a:cubicBezTo>
                <a:cubicBezTo>
                  <a:pt x="11841" y="19577"/>
                  <a:pt x="12597" y="19241"/>
                  <a:pt x="13236" y="18905"/>
                </a:cubicBezTo>
                <a:cubicBezTo>
                  <a:pt x="15352" y="17814"/>
                  <a:pt x="16897" y="16185"/>
                  <a:pt x="18055" y="14102"/>
                </a:cubicBezTo>
                <a:cubicBezTo>
                  <a:pt x="19282" y="11885"/>
                  <a:pt x="20189" y="9584"/>
                  <a:pt x="20525" y="7047"/>
                </a:cubicBezTo>
                <a:cubicBezTo>
                  <a:pt x="20693" y="5771"/>
                  <a:pt x="20592" y="4445"/>
                  <a:pt x="20440" y="3168"/>
                </a:cubicBezTo>
                <a:cubicBezTo>
                  <a:pt x="20340" y="2311"/>
                  <a:pt x="20323" y="1337"/>
                  <a:pt x="19685" y="698"/>
                </a:cubicBezTo>
                <a:cubicBezTo>
                  <a:pt x="19180" y="187"/>
                  <a:pt x="18366" y="0"/>
                  <a:pt x="174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2"/>
          <p:cNvSpPr/>
          <p:nvPr/>
        </p:nvSpPr>
        <p:spPr>
          <a:xfrm rot="-5400000" flipH="1">
            <a:off x="8425482" y="2787395"/>
            <a:ext cx="333222" cy="326363"/>
          </a:xfrm>
          <a:custGeom>
            <a:avLst/>
            <a:gdLst/>
            <a:ahLst/>
            <a:cxnLst/>
            <a:rect l="l" t="t" r="r" b="b"/>
            <a:pathLst>
              <a:path w="10445" h="10230" extrusionOk="0">
                <a:moveTo>
                  <a:pt x="7131" y="0"/>
                </a:moveTo>
                <a:cubicBezTo>
                  <a:pt x="6773" y="0"/>
                  <a:pt x="6382" y="95"/>
                  <a:pt x="5962" y="306"/>
                </a:cubicBezTo>
                <a:cubicBezTo>
                  <a:pt x="4451" y="1062"/>
                  <a:pt x="2905" y="2003"/>
                  <a:pt x="1663" y="3161"/>
                </a:cubicBezTo>
                <a:cubicBezTo>
                  <a:pt x="706" y="4068"/>
                  <a:pt x="0" y="5177"/>
                  <a:pt x="34" y="6538"/>
                </a:cubicBezTo>
                <a:cubicBezTo>
                  <a:pt x="50" y="7293"/>
                  <a:pt x="252" y="8032"/>
                  <a:pt x="538" y="8722"/>
                </a:cubicBezTo>
                <a:cubicBezTo>
                  <a:pt x="807" y="9393"/>
                  <a:pt x="1259" y="9981"/>
                  <a:pt x="1982" y="10166"/>
                </a:cubicBezTo>
                <a:cubicBezTo>
                  <a:pt x="2161" y="10209"/>
                  <a:pt x="2342" y="10229"/>
                  <a:pt x="2524" y="10229"/>
                </a:cubicBezTo>
                <a:cubicBezTo>
                  <a:pt x="3682" y="10229"/>
                  <a:pt x="4893" y="9434"/>
                  <a:pt x="5778" y="8838"/>
                </a:cubicBezTo>
                <a:cubicBezTo>
                  <a:pt x="6920" y="8050"/>
                  <a:pt x="8264" y="7125"/>
                  <a:pt x="9086" y="6017"/>
                </a:cubicBezTo>
                <a:cubicBezTo>
                  <a:pt x="10445" y="4163"/>
                  <a:pt x="9506" y="0"/>
                  <a:pt x="71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2"/>
          <p:cNvSpPr/>
          <p:nvPr/>
        </p:nvSpPr>
        <p:spPr>
          <a:xfrm rot="-5400000" flipH="1">
            <a:off x="7432985" y="4615085"/>
            <a:ext cx="209408" cy="187778"/>
          </a:xfrm>
          <a:custGeom>
            <a:avLst/>
            <a:gdLst/>
            <a:ahLst/>
            <a:cxnLst/>
            <a:rect l="l" t="t" r="r" b="b"/>
            <a:pathLst>
              <a:path w="6564" h="5886" extrusionOk="0">
                <a:moveTo>
                  <a:pt x="3986" y="0"/>
                </a:moveTo>
                <a:cubicBezTo>
                  <a:pt x="1783" y="0"/>
                  <a:pt x="1" y="3778"/>
                  <a:pt x="1608" y="5340"/>
                </a:cubicBezTo>
                <a:cubicBezTo>
                  <a:pt x="1999" y="5720"/>
                  <a:pt x="2545" y="5886"/>
                  <a:pt x="3124" y="5886"/>
                </a:cubicBezTo>
                <a:cubicBezTo>
                  <a:pt x="4289" y="5886"/>
                  <a:pt x="5588" y="5214"/>
                  <a:pt x="6026" y="4249"/>
                </a:cubicBezTo>
                <a:cubicBezTo>
                  <a:pt x="6564" y="3040"/>
                  <a:pt x="6076" y="789"/>
                  <a:pt x="4850" y="201"/>
                </a:cubicBezTo>
                <a:cubicBezTo>
                  <a:pt x="4559" y="63"/>
                  <a:pt x="4269" y="0"/>
                  <a:pt x="3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2"/>
          <p:cNvSpPr/>
          <p:nvPr/>
        </p:nvSpPr>
        <p:spPr>
          <a:xfrm rot="-5400000" flipH="1">
            <a:off x="7896502" y="4855948"/>
            <a:ext cx="162416" cy="207111"/>
          </a:xfrm>
          <a:custGeom>
            <a:avLst/>
            <a:gdLst/>
            <a:ahLst/>
            <a:cxnLst/>
            <a:rect l="l" t="t" r="r" b="b"/>
            <a:pathLst>
              <a:path w="5091" h="6492" extrusionOk="0">
                <a:moveTo>
                  <a:pt x="2889" y="0"/>
                </a:moveTo>
                <a:cubicBezTo>
                  <a:pt x="1753" y="0"/>
                  <a:pt x="718" y="1587"/>
                  <a:pt x="287" y="2530"/>
                </a:cubicBezTo>
                <a:cubicBezTo>
                  <a:pt x="0" y="3169"/>
                  <a:pt x="34" y="3639"/>
                  <a:pt x="168" y="4293"/>
                </a:cubicBezTo>
                <a:cubicBezTo>
                  <a:pt x="370" y="5184"/>
                  <a:pt x="605" y="6275"/>
                  <a:pt x="1646" y="6461"/>
                </a:cubicBezTo>
                <a:cubicBezTo>
                  <a:pt x="1757" y="6482"/>
                  <a:pt x="1872" y="6492"/>
                  <a:pt x="1989" y="6492"/>
                </a:cubicBezTo>
                <a:cubicBezTo>
                  <a:pt x="3191" y="6492"/>
                  <a:pt x="4674" y="5440"/>
                  <a:pt x="4889" y="4277"/>
                </a:cubicBezTo>
                <a:cubicBezTo>
                  <a:pt x="5090" y="3151"/>
                  <a:pt x="4703" y="1203"/>
                  <a:pt x="3863" y="430"/>
                </a:cubicBezTo>
                <a:cubicBezTo>
                  <a:pt x="3538" y="127"/>
                  <a:pt x="3209" y="0"/>
                  <a:pt x="288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214"/>
        <p:cNvGrpSpPr/>
        <p:nvPr/>
      </p:nvGrpSpPr>
      <p:grpSpPr>
        <a:xfrm>
          <a:off x="0" y="0"/>
          <a:ext cx="0" cy="0"/>
          <a:chOff x="0" y="0"/>
          <a:chExt cx="0" cy="0"/>
        </a:xfrm>
      </p:grpSpPr>
      <p:sp>
        <p:nvSpPr>
          <p:cNvPr id="215" name="Google Shape;215;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6" name="Google Shape;216;p23"/>
          <p:cNvSpPr txBox="1">
            <a:spLocks noGrp="1"/>
          </p:cNvSpPr>
          <p:nvPr>
            <p:ph type="subTitle" idx="1"/>
          </p:nvPr>
        </p:nvSpPr>
        <p:spPr>
          <a:xfrm>
            <a:off x="715351" y="1631550"/>
            <a:ext cx="2459700" cy="1179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7" name="Google Shape;217;p23"/>
          <p:cNvSpPr txBox="1">
            <a:spLocks noGrp="1"/>
          </p:cNvSpPr>
          <p:nvPr>
            <p:ph type="subTitle" idx="2"/>
          </p:nvPr>
        </p:nvSpPr>
        <p:spPr>
          <a:xfrm>
            <a:off x="3342450" y="1631550"/>
            <a:ext cx="2459100" cy="1179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8" name="Google Shape;218;p23"/>
          <p:cNvSpPr txBox="1">
            <a:spLocks noGrp="1"/>
          </p:cNvSpPr>
          <p:nvPr>
            <p:ph type="subTitle" idx="3"/>
          </p:nvPr>
        </p:nvSpPr>
        <p:spPr>
          <a:xfrm>
            <a:off x="5965875" y="1631550"/>
            <a:ext cx="2459100" cy="1179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9" name="Google Shape;219;p23"/>
          <p:cNvSpPr txBox="1">
            <a:spLocks noGrp="1"/>
          </p:cNvSpPr>
          <p:nvPr>
            <p:ph type="subTitle" idx="4"/>
          </p:nvPr>
        </p:nvSpPr>
        <p:spPr>
          <a:xfrm>
            <a:off x="715651" y="3429200"/>
            <a:ext cx="2459100" cy="1179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0" name="Google Shape;220;p23"/>
          <p:cNvSpPr txBox="1">
            <a:spLocks noGrp="1"/>
          </p:cNvSpPr>
          <p:nvPr>
            <p:ph type="subTitle" idx="5"/>
          </p:nvPr>
        </p:nvSpPr>
        <p:spPr>
          <a:xfrm>
            <a:off x="3342450" y="3429200"/>
            <a:ext cx="2459100" cy="1179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1" name="Google Shape;221;p23"/>
          <p:cNvSpPr txBox="1">
            <a:spLocks noGrp="1"/>
          </p:cNvSpPr>
          <p:nvPr>
            <p:ph type="subTitle" idx="6"/>
          </p:nvPr>
        </p:nvSpPr>
        <p:spPr>
          <a:xfrm>
            <a:off x="5965575" y="3429200"/>
            <a:ext cx="2459700" cy="11793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2" name="Google Shape;222;p23"/>
          <p:cNvSpPr txBox="1">
            <a:spLocks noGrp="1"/>
          </p:cNvSpPr>
          <p:nvPr>
            <p:ph type="subTitle" idx="7"/>
          </p:nvPr>
        </p:nvSpPr>
        <p:spPr>
          <a:xfrm>
            <a:off x="715651" y="1143525"/>
            <a:ext cx="2459100" cy="642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23" name="Google Shape;223;p23"/>
          <p:cNvSpPr txBox="1">
            <a:spLocks noGrp="1"/>
          </p:cNvSpPr>
          <p:nvPr>
            <p:ph type="subTitle" idx="8"/>
          </p:nvPr>
        </p:nvSpPr>
        <p:spPr>
          <a:xfrm>
            <a:off x="3342450" y="1143525"/>
            <a:ext cx="2459100" cy="642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24" name="Google Shape;224;p23"/>
          <p:cNvSpPr txBox="1">
            <a:spLocks noGrp="1"/>
          </p:cNvSpPr>
          <p:nvPr>
            <p:ph type="subTitle" idx="9"/>
          </p:nvPr>
        </p:nvSpPr>
        <p:spPr>
          <a:xfrm>
            <a:off x="5965875" y="1143525"/>
            <a:ext cx="2459100" cy="642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25" name="Google Shape;225;p23"/>
          <p:cNvSpPr txBox="1">
            <a:spLocks noGrp="1"/>
          </p:cNvSpPr>
          <p:nvPr>
            <p:ph type="subTitle" idx="13"/>
          </p:nvPr>
        </p:nvSpPr>
        <p:spPr>
          <a:xfrm>
            <a:off x="715651" y="2936650"/>
            <a:ext cx="2459100" cy="642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26" name="Google Shape;226;p23"/>
          <p:cNvSpPr txBox="1">
            <a:spLocks noGrp="1"/>
          </p:cNvSpPr>
          <p:nvPr>
            <p:ph type="subTitle" idx="14"/>
          </p:nvPr>
        </p:nvSpPr>
        <p:spPr>
          <a:xfrm>
            <a:off x="3342450" y="2936650"/>
            <a:ext cx="2459100" cy="642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27" name="Google Shape;227;p23"/>
          <p:cNvSpPr txBox="1">
            <a:spLocks noGrp="1"/>
          </p:cNvSpPr>
          <p:nvPr>
            <p:ph type="subTitle" idx="15"/>
          </p:nvPr>
        </p:nvSpPr>
        <p:spPr>
          <a:xfrm>
            <a:off x="5965875" y="2936650"/>
            <a:ext cx="2459100" cy="642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Domine"/>
                <a:ea typeface="Domine"/>
                <a:cs typeface="Domine"/>
                <a:sym typeface="Domine"/>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28" name="Google Shape;228;p23"/>
          <p:cNvSpPr/>
          <p:nvPr/>
        </p:nvSpPr>
        <p:spPr>
          <a:xfrm>
            <a:off x="-1074775" y="4539563"/>
            <a:ext cx="2942250" cy="562925"/>
          </a:xfrm>
          <a:custGeom>
            <a:avLst/>
            <a:gdLst/>
            <a:ahLst/>
            <a:cxnLst/>
            <a:rect l="l" t="t" r="r" b="b"/>
            <a:pathLst>
              <a:path w="117690" h="22517" extrusionOk="0">
                <a:moveTo>
                  <a:pt x="23276" y="0"/>
                </a:moveTo>
                <a:cubicBezTo>
                  <a:pt x="19799" y="0"/>
                  <a:pt x="16322" y="82"/>
                  <a:pt x="12848" y="258"/>
                </a:cubicBezTo>
                <a:cubicBezTo>
                  <a:pt x="12445" y="276"/>
                  <a:pt x="12445" y="880"/>
                  <a:pt x="12848" y="880"/>
                </a:cubicBezTo>
                <a:cubicBezTo>
                  <a:pt x="15515" y="832"/>
                  <a:pt x="18184" y="803"/>
                  <a:pt x="20853" y="803"/>
                </a:cubicBezTo>
                <a:cubicBezTo>
                  <a:pt x="25515" y="803"/>
                  <a:pt x="30178" y="891"/>
                  <a:pt x="34835" y="1116"/>
                </a:cubicBezTo>
                <a:cubicBezTo>
                  <a:pt x="36665" y="1199"/>
                  <a:pt x="38513" y="1317"/>
                  <a:pt x="40344" y="1452"/>
                </a:cubicBezTo>
                <a:cubicBezTo>
                  <a:pt x="41956" y="1552"/>
                  <a:pt x="43619" y="1703"/>
                  <a:pt x="45114" y="2375"/>
                </a:cubicBezTo>
                <a:cubicBezTo>
                  <a:pt x="46575" y="3013"/>
                  <a:pt x="47582" y="4256"/>
                  <a:pt x="48926" y="5079"/>
                </a:cubicBezTo>
                <a:cubicBezTo>
                  <a:pt x="50203" y="5886"/>
                  <a:pt x="51698" y="6238"/>
                  <a:pt x="53176" y="6490"/>
                </a:cubicBezTo>
                <a:cubicBezTo>
                  <a:pt x="60231" y="7666"/>
                  <a:pt x="67419" y="7581"/>
                  <a:pt x="74557" y="7599"/>
                </a:cubicBezTo>
                <a:cubicBezTo>
                  <a:pt x="78151" y="7599"/>
                  <a:pt x="81779" y="7599"/>
                  <a:pt x="85374" y="7868"/>
                </a:cubicBezTo>
                <a:cubicBezTo>
                  <a:pt x="86885" y="7985"/>
                  <a:pt x="88464" y="8204"/>
                  <a:pt x="89725" y="9111"/>
                </a:cubicBezTo>
                <a:cubicBezTo>
                  <a:pt x="90396" y="9597"/>
                  <a:pt x="90950" y="10219"/>
                  <a:pt x="91588" y="10739"/>
                </a:cubicBezTo>
                <a:cubicBezTo>
                  <a:pt x="92159" y="11209"/>
                  <a:pt x="92781" y="11563"/>
                  <a:pt x="93453" y="11832"/>
                </a:cubicBezTo>
                <a:cubicBezTo>
                  <a:pt x="95082" y="12486"/>
                  <a:pt x="96880" y="12604"/>
                  <a:pt x="98609" y="12755"/>
                </a:cubicBezTo>
                <a:cubicBezTo>
                  <a:pt x="100608" y="12923"/>
                  <a:pt x="102607" y="13108"/>
                  <a:pt x="104606" y="13276"/>
                </a:cubicBezTo>
                <a:cubicBezTo>
                  <a:pt x="108284" y="13594"/>
                  <a:pt x="111979" y="13914"/>
                  <a:pt x="115658" y="14233"/>
                </a:cubicBezTo>
                <a:cubicBezTo>
                  <a:pt x="113043" y="15692"/>
                  <a:pt x="110016" y="16023"/>
                  <a:pt x="107025" y="16023"/>
                </a:cubicBezTo>
                <a:cubicBezTo>
                  <a:pt x="106711" y="16023"/>
                  <a:pt x="106397" y="16019"/>
                  <a:pt x="106084" y="16013"/>
                </a:cubicBezTo>
                <a:cubicBezTo>
                  <a:pt x="103917" y="15976"/>
                  <a:pt x="101749" y="15842"/>
                  <a:pt x="99588" y="15842"/>
                </a:cubicBezTo>
                <a:cubicBezTo>
                  <a:pt x="97829" y="15842"/>
                  <a:pt x="96075" y="15931"/>
                  <a:pt x="94327" y="16232"/>
                </a:cubicBezTo>
                <a:cubicBezTo>
                  <a:pt x="90144" y="16954"/>
                  <a:pt x="86180" y="18533"/>
                  <a:pt x="82149" y="19759"/>
                </a:cubicBezTo>
                <a:cubicBezTo>
                  <a:pt x="80100" y="20380"/>
                  <a:pt x="78017" y="20918"/>
                  <a:pt x="75901" y="21186"/>
                </a:cubicBezTo>
                <a:cubicBezTo>
                  <a:pt x="74754" y="21327"/>
                  <a:pt x="73604" y="21382"/>
                  <a:pt x="72453" y="21382"/>
                </a:cubicBezTo>
                <a:cubicBezTo>
                  <a:pt x="71261" y="21382"/>
                  <a:pt x="70068" y="21323"/>
                  <a:pt x="68880" y="21237"/>
                </a:cubicBezTo>
                <a:cubicBezTo>
                  <a:pt x="64094" y="20868"/>
                  <a:pt x="59340" y="20481"/>
                  <a:pt x="54554" y="20380"/>
                </a:cubicBezTo>
                <a:cubicBezTo>
                  <a:pt x="53269" y="20353"/>
                  <a:pt x="51984" y="20340"/>
                  <a:pt x="50699" y="20340"/>
                </a:cubicBezTo>
                <a:cubicBezTo>
                  <a:pt x="47148" y="20340"/>
                  <a:pt x="43598" y="20444"/>
                  <a:pt x="40058" y="20666"/>
                </a:cubicBezTo>
                <a:cubicBezTo>
                  <a:pt x="37706" y="20817"/>
                  <a:pt x="35339" y="21137"/>
                  <a:pt x="32987" y="21220"/>
                </a:cubicBezTo>
                <a:cubicBezTo>
                  <a:pt x="32910" y="21223"/>
                  <a:pt x="32831" y="21224"/>
                  <a:pt x="32752" y="21224"/>
                </a:cubicBezTo>
                <a:cubicBezTo>
                  <a:pt x="31851" y="21224"/>
                  <a:pt x="30862" y="21030"/>
                  <a:pt x="30383" y="20196"/>
                </a:cubicBezTo>
                <a:cubicBezTo>
                  <a:pt x="29879" y="19305"/>
                  <a:pt x="30585" y="18617"/>
                  <a:pt x="31357" y="18297"/>
                </a:cubicBezTo>
                <a:cubicBezTo>
                  <a:pt x="32264" y="17928"/>
                  <a:pt x="33272" y="17811"/>
                  <a:pt x="34213" y="17659"/>
                </a:cubicBezTo>
                <a:cubicBezTo>
                  <a:pt x="35422" y="17441"/>
                  <a:pt x="36615" y="17256"/>
                  <a:pt x="37825" y="17106"/>
                </a:cubicBezTo>
                <a:cubicBezTo>
                  <a:pt x="40142" y="16803"/>
                  <a:pt x="42476" y="16584"/>
                  <a:pt x="44812" y="16416"/>
                </a:cubicBezTo>
                <a:cubicBezTo>
                  <a:pt x="54117" y="15744"/>
                  <a:pt x="63472" y="15879"/>
                  <a:pt x="72709" y="14501"/>
                </a:cubicBezTo>
                <a:cubicBezTo>
                  <a:pt x="73852" y="14333"/>
                  <a:pt x="74994" y="14132"/>
                  <a:pt x="76120" y="13914"/>
                </a:cubicBezTo>
                <a:cubicBezTo>
                  <a:pt x="76640" y="13813"/>
                  <a:pt x="76624" y="13142"/>
                  <a:pt x="76254" y="12889"/>
                </a:cubicBezTo>
                <a:cubicBezTo>
                  <a:pt x="72642" y="10403"/>
                  <a:pt x="67822" y="10656"/>
                  <a:pt x="63623" y="10521"/>
                </a:cubicBezTo>
                <a:cubicBezTo>
                  <a:pt x="58534" y="10370"/>
                  <a:pt x="53428" y="10286"/>
                  <a:pt x="48339" y="10253"/>
                </a:cubicBezTo>
                <a:cubicBezTo>
                  <a:pt x="47374" y="10248"/>
                  <a:pt x="46408" y="10245"/>
                  <a:pt x="45443" y="10245"/>
                </a:cubicBezTo>
                <a:cubicBezTo>
                  <a:pt x="36227" y="10245"/>
                  <a:pt x="26999" y="10465"/>
                  <a:pt x="17786" y="10891"/>
                </a:cubicBezTo>
                <a:cubicBezTo>
                  <a:pt x="12093" y="11142"/>
                  <a:pt x="6382" y="11496"/>
                  <a:pt x="688" y="11915"/>
                </a:cubicBezTo>
                <a:cubicBezTo>
                  <a:pt x="15" y="11965"/>
                  <a:pt x="0" y="13009"/>
                  <a:pt x="643" y="13009"/>
                </a:cubicBezTo>
                <a:cubicBezTo>
                  <a:pt x="657" y="13009"/>
                  <a:pt x="672" y="13008"/>
                  <a:pt x="688" y="13007"/>
                </a:cubicBezTo>
                <a:cubicBezTo>
                  <a:pt x="10732" y="12251"/>
                  <a:pt x="20793" y="11764"/>
                  <a:pt x="30871" y="11529"/>
                </a:cubicBezTo>
                <a:cubicBezTo>
                  <a:pt x="35629" y="11418"/>
                  <a:pt x="40387" y="11363"/>
                  <a:pt x="45146" y="11363"/>
                </a:cubicBezTo>
                <a:cubicBezTo>
                  <a:pt x="50415" y="11363"/>
                  <a:pt x="55684" y="11430"/>
                  <a:pt x="60952" y="11563"/>
                </a:cubicBezTo>
                <a:cubicBezTo>
                  <a:pt x="63606" y="11646"/>
                  <a:pt x="66293" y="11664"/>
                  <a:pt x="68931" y="11865"/>
                </a:cubicBezTo>
                <a:cubicBezTo>
                  <a:pt x="70795" y="12000"/>
                  <a:pt x="72676" y="12318"/>
                  <a:pt x="74355" y="13108"/>
                </a:cubicBezTo>
                <a:cubicBezTo>
                  <a:pt x="65185" y="14687"/>
                  <a:pt x="55864" y="14620"/>
                  <a:pt x="46592" y="15191"/>
                </a:cubicBezTo>
                <a:cubicBezTo>
                  <a:pt x="41805" y="15476"/>
                  <a:pt x="36985" y="15912"/>
                  <a:pt x="32282" y="16887"/>
                </a:cubicBezTo>
                <a:cubicBezTo>
                  <a:pt x="30737" y="17206"/>
                  <a:pt x="28755" y="18096"/>
                  <a:pt x="29140" y="20028"/>
                </a:cubicBezTo>
                <a:cubicBezTo>
                  <a:pt x="29500" y="21854"/>
                  <a:pt x="31350" y="22313"/>
                  <a:pt x="32992" y="22313"/>
                </a:cubicBezTo>
                <a:cubicBezTo>
                  <a:pt x="33267" y="22313"/>
                  <a:pt x="33537" y="22300"/>
                  <a:pt x="33794" y="22279"/>
                </a:cubicBezTo>
                <a:cubicBezTo>
                  <a:pt x="39589" y="21763"/>
                  <a:pt x="45390" y="21484"/>
                  <a:pt x="51193" y="21484"/>
                </a:cubicBezTo>
                <a:cubicBezTo>
                  <a:pt x="55414" y="21484"/>
                  <a:pt x="59636" y="21632"/>
                  <a:pt x="63859" y="21943"/>
                </a:cubicBezTo>
                <a:cubicBezTo>
                  <a:pt x="66327" y="22127"/>
                  <a:pt x="68797" y="22413"/>
                  <a:pt x="71265" y="22496"/>
                </a:cubicBezTo>
                <a:cubicBezTo>
                  <a:pt x="71630" y="22510"/>
                  <a:pt x="71995" y="22516"/>
                  <a:pt x="72358" y="22516"/>
                </a:cubicBezTo>
                <a:cubicBezTo>
                  <a:pt x="74336" y="22516"/>
                  <a:pt x="76292" y="22320"/>
                  <a:pt x="78236" y="21909"/>
                </a:cubicBezTo>
                <a:cubicBezTo>
                  <a:pt x="82552" y="21002"/>
                  <a:pt x="86617" y="19238"/>
                  <a:pt x="90849" y="18046"/>
                </a:cubicBezTo>
                <a:cubicBezTo>
                  <a:pt x="92983" y="17441"/>
                  <a:pt x="95167" y="16987"/>
                  <a:pt x="97384" y="16853"/>
                </a:cubicBezTo>
                <a:cubicBezTo>
                  <a:pt x="98091" y="16811"/>
                  <a:pt x="98802" y="16795"/>
                  <a:pt x="99512" y="16795"/>
                </a:cubicBezTo>
                <a:cubicBezTo>
                  <a:pt x="100808" y="16795"/>
                  <a:pt x="102106" y="16849"/>
                  <a:pt x="103397" y="16904"/>
                </a:cubicBezTo>
                <a:cubicBezTo>
                  <a:pt x="104590" y="16946"/>
                  <a:pt x="105805" y="16994"/>
                  <a:pt x="107021" y="16994"/>
                </a:cubicBezTo>
                <a:cubicBezTo>
                  <a:pt x="109705" y="16994"/>
                  <a:pt x="112394" y="16758"/>
                  <a:pt x="114868" y="15695"/>
                </a:cubicBezTo>
                <a:cubicBezTo>
                  <a:pt x="115741" y="15325"/>
                  <a:pt x="116547" y="14855"/>
                  <a:pt x="117304" y="14300"/>
                </a:cubicBezTo>
                <a:cubicBezTo>
                  <a:pt x="117689" y="14015"/>
                  <a:pt x="117555" y="13460"/>
                  <a:pt x="117069" y="13410"/>
                </a:cubicBezTo>
                <a:cubicBezTo>
                  <a:pt x="113373" y="13108"/>
                  <a:pt x="109678" y="12772"/>
                  <a:pt x="105983" y="12452"/>
                </a:cubicBezTo>
                <a:cubicBezTo>
                  <a:pt x="104152" y="12302"/>
                  <a:pt x="102304" y="12134"/>
                  <a:pt x="100457" y="11982"/>
                </a:cubicBezTo>
                <a:cubicBezTo>
                  <a:pt x="98828" y="11832"/>
                  <a:pt x="97165" y="11764"/>
                  <a:pt x="95552" y="11462"/>
                </a:cubicBezTo>
                <a:cubicBezTo>
                  <a:pt x="94780" y="11310"/>
                  <a:pt x="94007" y="11109"/>
                  <a:pt x="93301" y="10739"/>
                </a:cubicBezTo>
                <a:cubicBezTo>
                  <a:pt x="92562" y="10370"/>
                  <a:pt x="91958" y="9850"/>
                  <a:pt x="91353" y="9295"/>
                </a:cubicBezTo>
                <a:cubicBezTo>
                  <a:pt x="90195" y="8220"/>
                  <a:pt x="88986" y="7498"/>
                  <a:pt x="87423" y="7196"/>
                </a:cubicBezTo>
                <a:cubicBezTo>
                  <a:pt x="85810" y="6876"/>
                  <a:pt x="84148" y="6860"/>
                  <a:pt x="82518" y="6793"/>
                </a:cubicBezTo>
                <a:cubicBezTo>
                  <a:pt x="80772" y="6726"/>
                  <a:pt x="79025" y="6692"/>
                  <a:pt x="77278" y="6674"/>
                </a:cubicBezTo>
                <a:cubicBezTo>
                  <a:pt x="70089" y="6607"/>
                  <a:pt x="62867" y="6826"/>
                  <a:pt x="55712" y="5953"/>
                </a:cubicBezTo>
                <a:cubicBezTo>
                  <a:pt x="54032" y="5751"/>
                  <a:pt x="52285" y="5566"/>
                  <a:pt x="50690" y="4979"/>
                </a:cubicBezTo>
                <a:cubicBezTo>
                  <a:pt x="49128" y="4408"/>
                  <a:pt x="48070" y="3232"/>
                  <a:pt x="46727" y="2307"/>
                </a:cubicBezTo>
                <a:cubicBezTo>
                  <a:pt x="44140" y="493"/>
                  <a:pt x="40629" y="594"/>
                  <a:pt x="37606" y="426"/>
                </a:cubicBezTo>
                <a:cubicBezTo>
                  <a:pt x="32833" y="154"/>
                  <a:pt x="28054" y="0"/>
                  <a:pt x="232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3"/>
          <p:cNvSpPr/>
          <p:nvPr/>
        </p:nvSpPr>
        <p:spPr>
          <a:xfrm>
            <a:off x="211250" y="1631550"/>
            <a:ext cx="251525" cy="269450"/>
          </a:xfrm>
          <a:custGeom>
            <a:avLst/>
            <a:gdLst/>
            <a:ahLst/>
            <a:cxnLst/>
            <a:rect l="l" t="t" r="r" b="b"/>
            <a:pathLst>
              <a:path w="10061" h="10778" extrusionOk="0">
                <a:moveTo>
                  <a:pt x="6902" y="1"/>
                </a:moveTo>
                <a:cubicBezTo>
                  <a:pt x="6568" y="1"/>
                  <a:pt x="6231" y="40"/>
                  <a:pt x="5913" y="150"/>
                </a:cubicBezTo>
                <a:cubicBezTo>
                  <a:pt x="5073" y="452"/>
                  <a:pt x="4569" y="1225"/>
                  <a:pt x="4048" y="1896"/>
                </a:cubicBezTo>
                <a:cubicBezTo>
                  <a:pt x="2553" y="3862"/>
                  <a:pt x="0" y="6331"/>
                  <a:pt x="572" y="9085"/>
                </a:cubicBezTo>
                <a:cubicBezTo>
                  <a:pt x="706" y="9707"/>
                  <a:pt x="1058" y="10413"/>
                  <a:pt x="1696" y="10648"/>
                </a:cubicBezTo>
                <a:cubicBezTo>
                  <a:pt x="1945" y="10738"/>
                  <a:pt x="2183" y="10778"/>
                  <a:pt x="2411" y="10778"/>
                </a:cubicBezTo>
                <a:cubicBezTo>
                  <a:pt x="3416" y="10778"/>
                  <a:pt x="4224" y="10002"/>
                  <a:pt x="4854" y="9304"/>
                </a:cubicBezTo>
                <a:cubicBezTo>
                  <a:pt x="5812" y="8263"/>
                  <a:pt x="7273" y="7826"/>
                  <a:pt x="7776" y="6348"/>
                </a:cubicBezTo>
                <a:cubicBezTo>
                  <a:pt x="7978" y="5710"/>
                  <a:pt x="7944" y="5004"/>
                  <a:pt x="8163" y="4400"/>
                </a:cubicBezTo>
                <a:cubicBezTo>
                  <a:pt x="8399" y="3677"/>
                  <a:pt x="9154" y="2971"/>
                  <a:pt x="9541" y="2300"/>
                </a:cubicBezTo>
                <a:cubicBezTo>
                  <a:pt x="9758" y="1896"/>
                  <a:pt x="10061" y="1191"/>
                  <a:pt x="9859" y="738"/>
                </a:cubicBezTo>
                <a:cubicBezTo>
                  <a:pt x="9608" y="183"/>
                  <a:pt x="9154" y="268"/>
                  <a:pt x="8634" y="217"/>
                </a:cubicBezTo>
                <a:cubicBezTo>
                  <a:pt x="8179" y="167"/>
                  <a:pt x="7727" y="66"/>
                  <a:pt x="7273" y="15"/>
                </a:cubicBezTo>
                <a:cubicBezTo>
                  <a:pt x="7150" y="6"/>
                  <a:pt x="7026"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3"/>
          <p:cNvSpPr/>
          <p:nvPr/>
        </p:nvSpPr>
        <p:spPr>
          <a:xfrm>
            <a:off x="8641938" y="4087638"/>
            <a:ext cx="132725" cy="145375"/>
          </a:xfrm>
          <a:custGeom>
            <a:avLst/>
            <a:gdLst/>
            <a:ahLst/>
            <a:cxnLst/>
            <a:rect l="l" t="t" r="r" b="b"/>
            <a:pathLst>
              <a:path w="5309" h="5815" extrusionOk="0">
                <a:moveTo>
                  <a:pt x="3903" y="0"/>
                </a:moveTo>
                <a:cubicBezTo>
                  <a:pt x="3638" y="0"/>
                  <a:pt x="3353" y="143"/>
                  <a:pt x="3024" y="290"/>
                </a:cubicBezTo>
                <a:cubicBezTo>
                  <a:pt x="2184" y="643"/>
                  <a:pt x="689" y="1029"/>
                  <a:pt x="218" y="1869"/>
                </a:cubicBezTo>
                <a:cubicBezTo>
                  <a:pt x="34" y="2171"/>
                  <a:pt x="68" y="2525"/>
                  <a:pt x="68" y="2860"/>
                </a:cubicBezTo>
                <a:cubicBezTo>
                  <a:pt x="34" y="4187"/>
                  <a:pt x="1" y="5548"/>
                  <a:pt x="1629" y="5783"/>
                </a:cubicBezTo>
                <a:cubicBezTo>
                  <a:pt x="1770" y="5804"/>
                  <a:pt x="1920" y="5815"/>
                  <a:pt x="2075" y="5815"/>
                </a:cubicBezTo>
                <a:cubicBezTo>
                  <a:pt x="3154" y="5815"/>
                  <a:pt x="4479" y="5304"/>
                  <a:pt x="4905" y="4305"/>
                </a:cubicBezTo>
                <a:cubicBezTo>
                  <a:pt x="5308" y="3364"/>
                  <a:pt x="5174" y="1349"/>
                  <a:pt x="4619" y="492"/>
                </a:cubicBezTo>
                <a:cubicBezTo>
                  <a:pt x="4383" y="126"/>
                  <a:pt x="4152" y="0"/>
                  <a:pt x="39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3"/>
          <p:cNvSpPr/>
          <p:nvPr/>
        </p:nvSpPr>
        <p:spPr>
          <a:xfrm>
            <a:off x="4236551" y="-804997"/>
            <a:ext cx="4863903" cy="1217440"/>
          </a:xfrm>
          <a:custGeom>
            <a:avLst/>
            <a:gdLst/>
            <a:ahLst/>
            <a:cxnLst/>
            <a:rect l="l" t="t" r="r" b="b"/>
            <a:pathLst>
              <a:path w="168549" h="42188" extrusionOk="0">
                <a:moveTo>
                  <a:pt x="88151" y="1"/>
                </a:moveTo>
                <a:cubicBezTo>
                  <a:pt x="83529" y="1"/>
                  <a:pt x="78913" y="330"/>
                  <a:pt x="74340" y="1011"/>
                </a:cubicBezTo>
                <a:cubicBezTo>
                  <a:pt x="71400" y="1465"/>
                  <a:pt x="68293" y="1952"/>
                  <a:pt x="66025" y="4018"/>
                </a:cubicBezTo>
                <a:cubicBezTo>
                  <a:pt x="64883" y="5060"/>
                  <a:pt x="64027" y="6336"/>
                  <a:pt x="62919" y="7394"/>
                </a:cubicBezTo>
                <a:cubicBezTo>
                  <a:pt x="61810" y="8452"/>
                  <a:pt x="60449" y="9158"/>
                  <a:pt x="59005" y="9628"/>
                </a:cubicBezTo>
                <a:cubicBezTo>
                  <a:pt x="55914" y="10636"/>
                  <a:pt x="52539" y="10838"/>
                  <a:pt x="49330" y="11257"/>
                </a:cubicBezTo>
                <a:cubicBezTo>
                  <a:pt x="45736" y="11727"/>
                  <a:pt x="42159" y="12181"/>
                  <a:pt x="38580" y="12651"/>
                </a:cubicBezTo>
                <a:cubicBezTo>
                  <a:pt x="31358" y="13608"/>
                  <a:pt x="24136" y="14549"/>
                  <a:pt x="16914" y="15489"/>
                </a:cubicBezTo>
                <a:cubicBezTo>
                  <a:pt x="13001" y="16011"/>
                  <a:pt x="9053" y="16414"/>
                  <a:pt x="5156" y="17035"/>
                </a:cubicBezTo>
                <a:cubicBezTo>
                  <a:pt x="2990" y="17388"/>
                  <a:pt x="168" y="18345"/>
                  <a:pt x="17" y="20915"/>
                </a:cubicBezTo>
                <a:cubicBezTo>
                  <a:pt x="1" y="21150"/>
                  <a:pt x="202" y="21285"/>
                  <a:pt x="404" y="21318"/>
                </a:cubicBezTo>
                <a:cubicBezTo>
                  <a:pt x="5442" y="21822"/>
                  <a:pt x="10515" y="21889"/>
                  <a:pt x="15570" y="21905"/>
                </a:cubicBezTo>
                <a:cubicBezTo>
                  <a:pt x="20693" y="21905"/>
                  <a:pt x="25833" y="21923"/>
                  <a:pt x="30955" y="21923"/>
                </a:cubicBezTo>
                <a:cubicBezTo>
                  <a:pt x="41234" y="21939"/>
                  <a:pt x="51497" y="21957"/>
                  <a:pt x="61777" y="21973"/>
                </a:cubicBezTo>
                <a:cubicBezTo>
                  <a:pt x="63217" y="21973"/>
                  <a:pt x="64658" y="21962"/>
                  <a:pt x="66096" y="21962"/>
                </a:cubicBezTo>
                <a:cubicBezTo>
                  <a:pt x="67189" y="21962"/>
                  <a:pt x="68280" y="21968"/>
                  <a:pt x="69368" y="21990"/>
                </a:cubicBezTo>
                <a:cubicBezTo>
                  <a:pt x="70560" y="22024"/>
                  <a:pt x="71753" y="22073"/>
                  <a:pt x="72912" y="22360"/>
                </a:cubicBezTo>
                <a:cubicBezTo>
                  <a:pt x="74172" y="22645"/>
                  <a:pt x="75281" y="23233"/>
                  <a:pt x="76389" y="23887"/>
                </a:cubicBezTo>
                <a:cubicBezTo>
                  <a:pt x="80033" y="26088"/>
                  <a:pt x="83796" y="27515"/>
                  <a:pt x="87995" y="28187"/>
                </a:cubicBezTo>
                <a:cubicBezTo>
                  <a:pt x="96444" y="29531"/>
                  <a:pt x="105111" y="28406"/>
                  <a:pt x="113525" y="30001"/>
                </a:cubicBezTo>
                <a:cubicBezTo>
                  <a:pt x="115222" y="30321"/>
                  <a:pt x="119403" y="30959"/>
                  <a:pt x="117304" y="33528"/>
                </a:cubicBezTo>
                <a:cubicBezTo>
                  <a:pt x="116178" y="34906"/>
                  <a:pt x="114449" y="35477"/>
                  <a:pt x="112770" y="35830"/>
                </a:cubicBezTo>
                <a:cubicBezTo>
                  <a:pt x="109460" y="36552"/>
                  <a:pt x="105581" y="36518"/>
                  <a:pt x="103061" y="39138"/>
                </a:cubicBezTo>
                <a:cubicBezTo>
                  <a:pt x="102893" y="39324"/>
                  <a:pt x="102860" y="39676"/>
                  <a:pt x="103061" y="39861"/>
                </a:cubicBezTo>
                <a:cubicBezTo>
                  <a:pt x="105269" y="41755"/>
                  <a:pt x="108076" y="42188"/>
                  <a:pt x="110880" y="42188"/>
                </a:cubicBezTo>
                <a:cubicBezTo>
                  <a:pt x="111832" y="42188"/>
                  <a:pt x="112783" y="42138"/>
                  <a:pt x="113710" y="42078"/>
                </a:cubicBezTo>
                <a:cubicBezTo>
                  <a:pt x="118698" y="41776"/>
                  <a:pt x="123670" y="41440"/>
                  <a:pt x="128659" y="41120"/>
                </a:cubicBezTo>
                <a:cubicBezTo>
                  <a:pt x="138232" y="40516"/>
                  <a:pt x="147941" y="40247"/>
                  <a:pt x="157447" y="38820"/>
                </a:cubicBezTo>
                <a:cubicBezTo>
                  <a:pt x="160034" y="38433"/>
                  <a:pt x="162670" y="37895"/>
                  <a:pt x="165189" y="37156"/>
                </a:cubicBezTo>
                <a:cubicBezTo>
                  <a:pt x="166634" y="36720"/>
                  <a:pt x="168549" y="35729"/>
                  <a:pt x="168331" y="33932"/>
                </a:cubicBezTo>
                <a:cubicBezTo>
                  <a:pt x="168314" y="33781"/>
                  <a:pt x="168230" y="33579"/>
                  <a:pt x="168045" y="33546"/>
                </a:cubicBezTo>
                <a:cubicBezTo>
                  <a:pt x="165409" y="33107"/>
                  <a:pt x="162764" y="32963"/>
                  <a:pt x="160115" y="32963"/>
                </a:cubicBezTo>
                <a:cubicBezTo>
                  <a:pt x="155874" y="32963"/>
                  <a:pt x="151624" y="33331"/>
                  <a:pt x="147386" y="33445"/>
                </a:cubicBezTo>
                <a:cubicBezTo>
                  <a:pt x="146731" y="33462"/>
                  <a:pt x="145944" y="33548"/>
                  <a:pt x="145168" y="33548"/>
                </a:cubicBezTo>
                <a:cubicBezTo>
                  <a:pt x="144373" y="33548"/>
                  <a:pt x="143589" y="33457"/>
                  <a:pt x="142969" y="33109"/>
                </a:cubicBezTo>
                <a:cubicBezTo>
                  <a:pt x="142246" y="32689"/>
                  <a:pt x="142212" y="31916"/>
                  <a:pt x="142230" y="31143"/>
                </a:cubicBezTo>
                <a:cubicBezTo>
                  <a:pt x="142246" y="30455"/>
                  <a:pt x="142246" y="29784"/>
                  <a:pt x="142112" y="29094"/>
                </a:cubicBezTo>
                <a:cubicBezTo>
                  <a:pt x="141608" y="26608"/>
                  <a:pt x="139744" y="24526"/>
                  <a:pt x="137577" y="23300"/>
                </a:cubicBezTo>
                <a:cubicBezTo>
                  <a:pt x="134907" y="21805"/>
                  <a:pt x="131783" y="21435"/>
                  <a:pt x="128776" y="21251"/>
                </a:cubicBezTo>
                <a:cubicBezTo>
                  <a:pt x="125450" y="21050"/>
                  <a:pt x="122124" y="21032"/>
                  <a:pt x="118799" y="20982"/>
                </a:cubicBezTo>
                <a:cubicBezTo>
                  <a:pt x="115390" y="20915"/>
                  <a:pt x="111963" y="20797"/>
                  <a:pt x="108587" y="20277"/>
                </a:cubicBezTo>
                <a:cubicBezTo>
                  <a:pt x="105328" y="19773"/>
                  <a:pt x="102222" y="18815"/>
                  <a:pt x="99147" y="17673"/>
                </a:cubicBezTo>
                <a:cubicBezTo>
                  <a:pt x="96158" y="16564"/>
                  <a:pt x="93168" y="15372"/>
                  <a:pt x="90028" y="14734"/>
                </a:cubicBezTo>
                <a:cubicBezTo>
                  <a:pt x="87861" y="14305"/>
                  <a:pt x="85670" y="14212"/>
                  <a:pt x="83472" y="14212"/>
                </a:cubicBezTo>
                <a:cubicBezTo>
                  <a:pt x="82484" y="14212"/>
                  <a:pt x="81494" y="14231"/>
                  <a:pt x="80504" y="14246"/>
                </a:cubicBezTo>
                <a:cubicBezTo>
                  <a:pt x="79955" y="14258"/>
                  <a:pt x="79406" y="14265"/>
                  <a:pt x="78858" y="14265"/>
                </a:cubicBezTo>
                <a:cubicBezTo>
                  <a:pt x="77760" y="14265"/>
                  <a:pt x="76663" y="14235"/>
                  <a:pt x="75566" y="14146"/>
                </a:cubicBezTo>
                <a:cubicBezTo>
                  <a:pt x="74071" y="14029"/>
                  <a:pt x="72106" y="13911"/>
                  <a:pt x="70779" y="13122"/>
                </a:cubicBezTo>
                <a:cubicBezTo>
                  <a:pt x="70410" y="12920"/>
                  <a:pt x="70124" y="12685"/>
                  <a:pt x="70325" y="12265"/>
                </a:cubicBezTo>
                <a:cubicBezTo>
                  <a:pt x="70493" y="11946"/>
                  <a:pt x="70880" y="11745"/>
                  <a:pt x="71182" y="11559"/>
                </a:cubicBezTo>
                <a:cubicBezTo>
                  <a:pt x="71854" y="11122"/>
                  <a:pt x="72542" y="10753"/>
                  <a:pt x="73265" y="10417"/>
                </a:cubicBezTo>
                <a:cubicBezTo>
                  <a:pt x="74642" y="9763"/>
                  <a:pt x="76120" y="9292"/>
                  <a:pt x="77599" y="8923"/>
                </a:cubicBezTo>
                <a:cubicBezTo>
                  <a:pt x="80622" y="8184"/>
                  <a:pt x="83746" y="7881"/>
                  <a:pt x="86852" y="7646"/>
                </a:cubicBezTo>
                <a:cubicBezTo>
                  <a:pt x="90263" y="7378"/>
                  <a:pt x="93689" y="7259"/>
                  <a:pt x="97116" y="7210"/>
                </a:cubicBezTo>
                <a:cubicBezTo>
                  <a:pt x="97771" y="7203"/>
                  <a:pt x="98427" y="7200"/>
                  <a:pt x="99083" y="7200"/>
                </a:cubicBezTo>
                <a:cubicBezTo>
                  <a:pt x="105310" y="7200"/>
                  <a:pt x="111525" y="7475"/>
                  <a:pt x="117741" y="7763"/>
                </a:cubicBezTo>
                <a:cubicBezTo>
                  <a:pt x="125154" y="8112"/>
                  <a:pt x="132603" y="8507"/>
                  <a:pt x="140040" y="8507"/>
                </a:cubicBezTo>
                <a:cubicBezTo>
                  <a:pt x="146201" y="8507"/>
                  <a:pt x="152353" y="8236"/>
                  <a:pt x="158471" y="7445"/>
                </a:cubicBezTo>
                <a:cubicBezTo>
                  <a:pt x="160117" y="7226"/>
                  <a:pt x="161747" y="6991"/>
                  <a:pt x="163376" y="6706"/>
                </a:cubicBezTo>
                <a:cubicBezTo>
                  <a:pt x="164061" y="6578"/>
                  <a:pt x="163824" y="5604"/>
                  <a:pt x="163196" y="5604"/>
                </a:cubicBezTo>
                <a:cubicBezTo>
                  <a:pt x="163162" y="5604"/>
                  <a:pt x="163127" y="5607"/>
                  <a:pt x="163091" y="5613"/>
                </a:cubicBezTo>
                <a:cubicBezTo>
                  <a:pt x="155426" y="6949"/>
                  <a:pt x="147686" y="7371"/>
                  <a:pt x="139934" y="7371"/>
                </a:cubicBezTo>
                <a:cubicBezTo>
                  <a:pt x="133552" y="7371"/>
                  <a:pt x="127161" y="7085"/>
                  <a:pt x="120798" y="6789"/>
                </a:cubicBezTo>
                <a:cubicBezTo>
                  <a:pt x="113777" y="6453"/>
                  <a:pt x="106739" y="6084"/>
                  <a:pt x="99685" y="6084"/>
                </a:cubicBezTo>
                <a:cubicBezTo>
                  <a:pt x="99340" y="6083"/>
                  <a:pt x="98995" y="6082"/>
                  <a:pt x="98650" y="6082"/>
                </a:cubicBezTo>
                <a:cubicBezTo>
                  <a:pt x="92243" y="6082"/>
                  <a:pt x="85690" y="6246"/>
                  <a:pt x="79379" y="7394"/>
                </a:cubicBezTo>
                <a:cubicBezTo>
                  <a:pt x="76439" y="7931"/>
                  <a:pt x="73534" y="8805"/>
                  <a:pt x="70963" y="10350"/>
                </a:cubicBezTo>
                <a:cubicBezTo>
                  <a:pt x="70056" y="10921"/>
                  <a:pt x="68713" y="11693"/>
                  <a:pt x="69167" y="12987"/>
                </a:cubicBezTo>
                <a:cubicBezTo>
                  <a:pt x="69570" y="14130"/>
                  <a:pt x="71048" y="14499"/>
                  <a:pt x="72089" y="14750"/>
                </a:cubicBezTo>
                <a:cubicBezTo>
                  <a:pt x="74302" y="15283"/>
                  <a:pt x="76571" y="15393"/>
                  <a:pt x="78841" y="15393"/>
                </a:cubicBezTo>
                <a:cubicBezTo>
                  <a:pt x="79861" y="15393"/>
                  <a:pt x="80882" y="15371"/>
                  <a:pt x="81898" y="15355"/>
                </a:cubicBezTo>
                <a:cubicBezTo>
                  <a:pt x="82350" y="15346"/>
                  <a:pt x="82800" y="15341"/>
                  <a:pt x="83248" y="15341"/>
                </a:cubicBezTo>
                <a:cubicBezTo>
                  <a:pt x="86231" y="15341"/>
                  <a:pt x="89137" y="15565"/>
                  <a:pt x="92043" y="16396"/>
                </a:cubicBezTo>
                <a:cubicBezTo>
                  <a:pt x="95234" y="17303"/>
                  <a:pt x="98274" y="18613"/>
                  <a:pt x="101398" y="19672"/>
                </a:cubicBezTo>
                <a:cubicBezTo>
                  <a:pt x="104589" y="20747"/>
                  <a:pt x="107881" y="21402"/>
                  <a:pt x="111240" y="21738"/>
                </a:cubicBezTo>
                <a:cubicBezTo>
                  <a:pt x="114651" y="22057"/>
                  <a:pt x="118077" y="22107"/>
                  <a:pt x="121486" y="22141"/>
                </a:cubicBezTo>
                <a:cubicBezTo>
                  <a:pt x="124946" y="22192"/>
                  <a:pt x="128457" y="22158"/>
                  <a:pt x="131884" y="22645"/>
                </a:cubicBezTo>
                <a:cubicBezTo>
                  <a:pt x="134923" y="23099"/>
                  <a:pt x="138081" y="24190"/>
                  <a:pt x="139946" y="26810"/>
                </a:cubicBezTo>
                <a:cubicBezTo>
                  <a:pt x="140802" y="28019"/>
                  <a:pt x="141238" y="29380"/>
                  <a:pt x="141205" y="30875"/>
                </a:cubicBezTo>
                <a:cubicBezTo>
                  <a:pt x="141171" y="32101"/>
                  <a:pt x="141272" y="33327"/>
                  <a:pt x="142465" y="33999"/>
                </a:cubicBezTo>
                <a:cubicBezTo>
                  <a:pt x="143199" y="34404"/>
                  <a:pt x="144054" y="34488"/>
                  <a:pt x="144905" y="34488"/>
                </a:cubicBezTo>
                <a:cubicBezTo>
                  <a:pt x="145359" y="34488"/>
                  <a:pt x="145811" y="34465"/>
                  <a:pt x="146243" y="34453"/>
                </a:cubicBezTo>
                <a:cubicBezTo>
                  <a:pt x="148041" y="34402"/>
                  <a:pt x="149838" y="34301"/>
                  <a:pt x="151652" y="34184"/>
                </a:cubicBezTo>
                <a:cubicBezTo>
                  <a:pt x="154699" y="33984"/>
                  <a:pt x="157758" y="33759"/>
                  <a:pt x="160829" y="33759"/>
                </a:cubicBezTo>
                <a:cubicBezTo>
                  <a:pt x="161364" y="33759"/>
                  <a:pt x="161899" y="33766"/>
                  <a:pt x="162435" y="33781"/>
                </a:cubicBezTo>
                <a:cubicBezTo>
                  <a:pt x="164148" y="33831"/>
                  <a:pt x="165861" y="33999"/>
                  <a:pt x="167558" y="34267"/>
                </a:cubicBezTo>
                <a:cubicBezTo>
                  <a:pt x="167440" y="35947"/>
                  <a:pt x="164820" y="36451"/>
                  <a:pt x="163510" y="36737"/>
                </a:cubicBezTo>
                <a:cubicBezTo>
                  <a:pt x="161377" y="37224"/>
                  <a:pt x="159210" y="37727"/>
                  <a:pt x="157010" y="37879"/>
                </a:cubicBezTo>
                <a:cubicBezTo>
                  <a:pt x="150610" y="38282"/>
                  <a:pt x="147352" y="38769"/>
                  <a:pt x="143523" y="39156"/>
                </a:cubicBezTo>
                <a:cubicBezTo>
                  <a:pt x="134504" y="40063"/>
                  <a:pt x="125416" y="40314"/>
                  <a:pt x="116364" y="40885"/>
                </a:cubicBezTo>
                <a:cubicBezTo>
                  <a:pt x="114652" y="40996"/>
                  <a:pt x="112746" y="41214"/>
                  <a:pt x="110860" y="41214"/>
                </a:cubicBezTo>
                <a:cubicBezTo>
                  <a:pt x="108453" y="41214"/>
                  <a:pt x="106079" y="40859"/>
                  <a:pt x="104186" y="39474"/>
                </a:cubicBezTo>
                <a:cubicBezTo>
                  <a:pt x="106555" y="37392"/>
                  <a:pt x="110098" y="37425"/>
                  <a:pt x="113038" y="36787"/>
                </a:cubicBezTo>
                <a:cubicBezTo>
                  <a:pt x="114499" y="36468"/>
                  <a:pt x="115977" y="35981"/>
                  <a:pt x="117170" y="35006"/>
                </a:cubicBezTo>
                <a:cubicBezTo>
                  <a:pt x="118328" y="34083"/>
                  <a:pt x="119538" y="32386"/>
                  <a:pt x="118463" y="30959"/>
                </a:cubicBezTo>
                <a:cubicBezTo>
                  <a:pt x="117405" y="29531"/>
                  <a:pt x="115104" y="29313"/>
                  <a:pt x="113509" y="29027"/>
                </a:cubicBezTo>
                <a:cubicBezTo>
                  <a:pt x="111459" y="28658"/>
                  <a:pt x="109377" y="28440"/>
                  <a:pt x="107310" y="28305"/>
                </a:cubicBezTo>
                <a:cubicBezTo>
                  <a:pt x="102826" y="28019"/>
                  <a:pt x="98341" y="28104"/>
                  <a:pt x="93857" y="27851"/>
                </a:cubicBezTo>
                <a:cubicBezTo>
                  <a:pt x="89439" y="27616"/>
                  <a:pt x="84938" y="27012"/>
                  <a:pt x="80839" y="25265"/>
                </a:cubicBezTo>
                <a:cubicBezTo>
                  <a:pt x="78707" y="24342"/>
                  <a:pt x="76842" y="22897"/>
                  <a:pt x="74692" y="22006"/>
                </a:cubicBezTo>
                <a:cubicBezTo>
                  <a:pt x="72627" y="21133"/>
                  <a:pt x="70359" y="21117"/>
                  <a:pt x="68142" y="21117"/>
                </a:cubicBezTo>
                <a:cubicBezTo>
                  <a:pt x="64570" y="21122"/>
                  <a:pt x="60996" y="21124"/>
                  <a:pt x="57422" y="21124"/>
                </a:cubicBezTo>
                <a:cubicBezTo>
                  <a:pt x="50273" y="21124"/>
                  <a:pt x="43122" y="21117"/>
                  <a:pt x="35978" y="21117"/>
                </a:cubicBezTo>
                <a:cubicBezTo>
                  <a:pt x="30066" y="21117"/>
                  <a:pt x="24136" y="21117"/>
                  <a:pt x="18224" y="21099"/>
                </a:cubicBezTo>
                <a:cubicBezTo>
                  <a:pt x="17880" y="21099"/>
                  <a:pt x="17537" y="21099"/>
                  <a:pt x="17194" y="21099"/>
                </a:cubicBezTo>
                <a:cubicBezTo>
                  <a:pt x="11743" y="21099"/>
                  <a:pt x="6292" y="21084"/>
                  <a:pt x="856" y="20562"/>
                </a:cubicBezTo>
                <a:cubicBezTo>
                  <a:pt x="1344" y="18143"/>
                  <a:pt x="5055" y="17841"/>
                  <a:pt x="6988" y="17590"/>
                </a:cubicBezTo>
                <a:cubicBezTo>
                  <a:pt x="10414" y="17135"/>
                  <a:pt x="13823" y="16699"/>
                  <a:pt x="17249" y="16246"/>
                </a:cubicBezTo>
                <a:cubicBezTo>
                  <a:pt x="24237" y="15339"/>
                  <a:pt x="31241" y="14414"/>
                  <a:pt x="38245" y="13507"/>
                </a:cubicBezTo>
                <a:cubicBezTo>
                  <a:pt x="41722" y="13055"/>
                  <a:pt x="45182" y="12584"/>
                  <a:pt x="48658" y="12130"/>
                </a:cubicBezTo>
                <a:cubicBezTo>
                  <a:pt x="51699" y="11727"/>
                  <a:pt x="54823" y="11492"/>
                  <a:pt x="57813" y="10770"/>
                </a:cubicBezTo>
                <a:cubicBezTo>
                  <a:pt x="60550" y="10115"/>
                  <a:pt x="62751" y="8856"/>
                  <a:pt x="64598" y="6722"/>
                </a:cubicBezTo>
                <a:cubicBezTo>
                  <a:pt x="65606" y="5546"/>
                  <a:pt x="66563" y="4337"/>
                  <a:pt x="67924" y="3548"/>
                </a:cubicBezTo>
                <a:cubicBezTo>
                  <a:pt x="69268" y="2775"/>
                  <a:pt x="70795" y="2388"/>
                  <a:pt x="72307" y="2104"/>
                </a:cubicBezTo>
                <a:cubicBezTo>
                  <a:pt x="78043" y="1010"/>
                  <a:pt x="83962" y="532"/>
                  <a:pt x="89837" y="532"/>
                </a:cubicBezTo>
                <a:cubicBezTo>
                  <a:pt x="91721" y="532"/>
                  <a:pt x="93601" y="582"/>
                  <a:pt x="95470" y="675"/>
                </a:cubicBezTo>
                <a:cubicBezTo>
                  <a:pt x="95475" y="676"/>
                  <a:pt x="95481" y="676"/>
                  <a:pt x="95486" y="676"/>
                </a:cubicBezTo>
                <a:cubicBezTo>
                  <a:pt x="95738" y="676"/>
                  <a:pt x="95733" y="289"/>
                  <a:pt x="95470" y="272"/>
                </a:cubicBezTo>
                <a:cubicBezTo>
                  <a:pt x="93032" y="92"/>
                  <a:pt x="90591" y="1"/>
                  <a:pt x="88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3"/>
          <p:cNvSpPr/>
          <p:nvPr/>
        </p:nvSpPr>
        <p:spPr>
          <a:xfrm rot="9899858">
            <a:off x="6662425" y="168829"/>
            <a:ext cx="385565" cy="197079"/>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233"/>
        <p:cNvGrpSpPr/>
        <p:nvPr/>
      </p:nvGrpSpPr>
      <p:grpSpPr>
        <a:xfrm>
          <a:off x="0" y="0"/>
          <a:ext cx="0" cy="0"/>
          <a:chOff x="0" y="0"/>
          <a:chExt cx="0" cy="0"/>
        </a:xfrm>
      </p:grpSpPr>
      <p:sp>
        <p:nvSpPr>
          <p:cNvPr id="234" name="Google Shape;234;p24"/>
          <p:cNvSpPr txBox="1">
            <a:spLocks noGrp="1"/>
          </p:cNvSpPr>
          <p:nvPr>
            <p:ph type="title" hasCustomPrompt="1"/>
          </p:nvPr>
        </p:nvSpPr>
        <p:spPr>
          <a:xfrm>
            <a:off x="1564850" y="537500"/>
            <a:ext cx="60144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solidFill>
                  <a:schemeClr val="accen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235" name="Google Shape;235;p24"/>
          <p:cNvSpPr txBox="1">
            <a:spLocks noGrp="1"/>
          </p:cNvSpPr>
          <p:nvPr>
            <p:ph type="subTitle" idx="1"/>
          </p:nvPr>
        </p:nvSpPr>
        <p:spPr>
          <a:xfrm>
            <a:off x="1564850" y="1415400"/>
            <a:ext cx="6014400" cy="44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6" name="Google Shape;236;p24"/>
          <p:cNvSpPr txBox="1">
            <a:spLocks noGrp="1"/>
          </p:cNvSpPr>
          <p:nvPr>
            <p:ph type="title" idx="2" hasCustomPrompt="1"/>
          </p:nvPr>
        </p:nvSpPr>
        <p:spPr>
          <a:xfrm>
            <a:off x="1564850" y="1910199"/>
            <a:ext cx="60144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solidFill>
                  <a:schemeClr val="accen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237" name="Google Shape;237;p24"/>
          <p:cNvSpPr txBox="1">
            <a:spLocks noGrp="1"/>
          </p:cNvSpPr>
          <p:nvPr>
            <p:ph type="subTitle" idx="3"/>
          </p:nvPr>
        </p:nvSpPr>
        <p:spPr>
          <a:xfrm>
            <a:off x="1564850" y="2788099"/>
            <a:ext cx="6014400" cy="44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8" name="Google Shape;238;p24"/>
          <p:cNvSpPr txBox="1">
            <a:spLocks noGrp="1"/>
          </p:cNvSpPr>
          <p:nvPr>
            <p:ph type="title" idx="4" hasCustomPrompt="1"/>
          </p:nvPr>
        </p:nvSpPr>
        <p:spPr>
          <a:xfrm>
            <a:off x="1564850" y="3282898"/>
            <a:ext cx="60144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000">
                <a:solidFill>
                  <a:schemeClr val="accen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239" name="Google Shape;239;p24"/>
          <p:cNvSpPr txBox="1">
            <a:spLocks noGrp="1"/>
          </p:cNvSpPr>
          <p:nvPr>
            <p:ph type="subTitle" idx="5"/>
          </p:nvPr>
        </p:nvSpPr>
        <p:spPr>
          <a:xfrm>
            <a:off x="1564850" y="4160799"/>
            <a:ext cx="6014400" cy="44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50"/>
        <p:cNvGrpSpPr/>
        <p:nvPr/>
      </p:nvGrpSpPr>
      <p:grpSpPr>
        <a:xfrm>
          <a:off x="0" y="0"/>
          <a:ext cx="0" cy="0"/>
          <a:chOff x="0" y="0"/>
          <a:chExt cx="0" cy="0"/>
        </a:xfrm>
      </p:grpSpPr>
      <p:sp>
        <p:nvSpPr>
          <p:cNvPr id="251" name="Google Shape;251;p26"/>
          <p:cNvSpPr/>
          <p:nvPr/>
        </p:nvSpPr>
        <p:spPr>
          <a:xfrm>
            <a:off x="334142" y="2933125"/>
            <a:ext cx="3389766" cy="648546"/>
          </a:xfrm>
          <a:custGeom>
            <a:avLst/>
            <a:gdLst/>
            <a:ahLst/>
            <a:cxnLst/>
            <a:rect l="l" t="t" r="r" b="b"/>
            <a:pathLst>
              <a:path w="117690" h="22517" extrusionOk="0">
                <a:moveTo>
                  <a:pt x="23276" y="0"/>
                </a:moveTo>
                <a:cubicBezTo>
                  <a:pt x="19799" y="0"/>
                  <a:pt x="16322" y="82"/>
                  <a:pt x="12848" y="258"/>
                </a:cubicBezTo>
                <a:cubicBezTo>
                  <a:pt x="12445" y="276"/>
                  <a:pt x="12445" y="880"/>
                  <a:pt x="12848" y="880"/>
                </a:cubicBezTo>
                <a:cubicBezTo>
                  <a:pt x="15515" y="832"/>
                  <a:pt x="18184" y="803"/>
                  <a:pt x="20853" y="803"/>
                </a:cubicBezTo>
                <a:cubicBezTo>
                  <a:pt x="25515" y="803"/>
                  <a:pt x="30178" y="891"/>
                  <a:pt x="34835" y="1116"/>
                </a:cubicBezTo>
                <a:cubicBezTo>
                  <a:pt x="36665" y="1199"/>
                  <a:pt x="38513" y="1317"/>
                  <a:pt x="40344" y="1452"/>
                </a:cubicBezTo>
                <a:cubicBezTo>
                  <a:pt x="41956" y="1552"/>
                  <a:pt x="43619" y="1703"/>
                  <a:pt x="45114" y="2375"/>
                </a:cubicBezTo>
                <a:cubicBezTo>
                  <a:pt x="46575" y="3013"/>
                  <a:pt x="47582" y="4256"/>
                  <a:pt x="48926" y="5079"/>
                </a:cubicBezTo>
                <a:cubicBezTo>
                  <a:pt x="50203" y="5886"/>
                  <a:pt x="51698" y="6238"/>
                  <a:pt x="53176" y="6490"/>
                </a:cubicBezTo>
                <a:cubicBezTo>
                  <a:pt x="60231" y="7666"/>
                  <a:pt x="67419" y="7581"/>
                  <a:pt x="74557" y="7599"/>
                </a:cubicBezTo>
                <a:cubicBezTo>
                  <a:pt x="78151" y="7599"/>
                  <a:pt x="81779" y="7599"/>
                  <a:pt x="85374" y="7868"/>
                </a:cubicBezTo>
                <a:cubicBezTo>
                  <a:pt x="86885" y="7985"/>
                  <a:pt x="88464" y="8204"/>
                  <a:pt x="89725" y="9111"/>
                </a:cubicBezTo>
                <a:cubicBezTo>
                  <a:pt x="90396" y="9597"/>
                  <a:pt x="90950" y="10219"/>
                  <a:pt x="91588" y="10739"/>
                </a:cubicBezTo>
                <a:cubicBezTo>
                  <a:pt x="92159" y="11209"/>
                  <a:pt x="92781" y="11563"/>
                  <a:pt x="93453" y="11832"/>
                </a:cubicBezTo>
                <a:cubicBezTo>
                  <a:pt x="95082" y="12486"/>
                  <a:pt x="96880" y="12604"/>
                  <a:pt x="98609" y="12755"/>
                </a:cubicBezTo>
                <a:cubicBezTo>
                  <a:pt x="100608" y="12923"/>
                  <a:pt x="102607" y="13108"/>
                  <a:pt x="104606" y="13276"/>
                </a:cubicBezTo>
                <a:cubicBezTo>
                  <a:pt x="108284" y="13594"/>
                  <a:pt x="111979" y="13914"/>
                  <a:pt x="115658" y="14233"/>
                </a:cubicBezTo>
                <a:cubicBezTo>
                  <a:pt x="113043" y="15692"/>
                  <a:pt x="110016" y="16023"/>
                  <a:pt x="107025" y="16023"/>
                </a:cubicBezTo>
                <a:cubicBezTo>
                  <a:pt x="106711" y="16023"/>
                  <a:pt x="106397" y="16019"/>
                  <a:pt x="106084" y="16013"/>
                </a:cubicBezTo>
                <a:cubicBezTo>
                  <a:pt x="103917" y="15976"/>
                  <a:pt x="101749" y="15842"/>
                  <a:pt x="99588" y="15842"/>
                </a:cubicBezTo>
                <a:cubicBezTo>
                  <a:pt x="97829" y="15842"/>
                  <a:pt x="96075" y="15931"/>
                  <a:pt x="94327" y="16232"/>
                </a:cubicBezTo>
                <a:cubicBezTo>
                  <a:pt x="90144" y="16954"/>
                  <a:pt x="86180" y="18533"/>
                  <a:pt x="82149" y="19759"/>
                </a:cubicBezTo>
                <a:cubicBezTo>
                  <a:pt x="80100" y="20380"/>
                  <a:pt x="78017" y="20918"/>
                  <a:pt x="75901" y="21186"/>
                </a:cubicBezTo>
                <a:cubicBezTo>
                  <a:pt x="74754" y="21327"/>
                  <a:pt x="73604" y="21382"/>
                  <a:pt x="72453" y="21382"/>
                </a:cubicBezTo>
                <a:cubicBezTo>
                  <a:pt x="71261" y="21382"/>
                  <a:pt x="70068" y="21323"/>
                  <a:pt x="68880" y="21237"/>
                </a:cubicBezTo>
                <a:cubicBezTo>
                  <a:pt x="64094" y="20868"/>
                  <a:pt x="59340" y="20481"/>
                  <a:pt x="54554" y="20380"/>
                </a:cubicBezTo>
                <a:cubicBezTo>
                  <a:pt x="53269" y="20353"/>
                  <a:pt x="51984" y="20340"/>
                  <a:pt x="50699" y="20340"/>
                </a:cubicBezTo>
                <a:cubicBezTo>
                  <a:pt x="47148" y="20340"/>
                  <a:pt x="43598" y="20444"/>
                  <a:pt x="40058" y="20666"/>
                </a:cubicBezTo>
                <a:cubicBezTo>
                  <a:pt x="37706" y="20817"/>
                  <a:pt x="35339" y="21137"/>
                  <a:pt x="32987" y="21220"/>
                </a:cubicBezTo>
                <a:cubicBezTo>
                  <a:pt x="32910" y="21223"/>
                  <a:pt x="32831" y="21224"/>
                  <a:pt x="32752" y="21224"/>
                </a:cubicBezTo>
                <a:cubicBezTo>
                  <a:pt x="31851" y="21224"/>
                  <a:pt x="30862" y="21030"/>
                  <a:pt x="30383" y="20196"/>
                </a:cubicBezTo>
                <a:cubicBezTo>
                  <a:pt x="29879" y="19305"/>
                  <a:pt x="30585" y="18617"/>
                  <a:pt x="31357" y="18297"/>
                </a:cubicBezTo>
                <a:cubicBezTo>
                  <a:pt x="32264" y="17928"/>
                  <a:pt x="33272" y="17811"/>
                  <a:pt x="34213" y="17659"/>
                </a:cubicBezTo>
                <a:cubicBezTo>
                  <a:pt x="35422" y="17441"/>
                  <a:pt x="36615" y="17256"/>
                  <a:pt x="37825" y="17106"/>
                </a:cubicBezTo>
                <a:cubicBezTo>
                  <a:pt x="40142" y="16803"/>
                  <a:pt x="42476" y="16584"/>
                  <a:pt x="44812" y="16416"/>
                </a:cubicBezTo>
                <a:cubicBezTo>
                  <a:pt x="54117" y="15744"/>
                  <a:pt x="63472" y="15879"/>
                  <a:pt x="72709" y="14501"/>
                </a:cubicBezTo>
                <a:cubicBezTo>
                  <a:pt x="73852" y="14333"/>
                  <a:pt x="74994" y="14132"/>
                  <a:pt x="76120" y="13914"/>
                </a:cubicBezTo>
                <a:cubicBezTo>
                  <a:pt x="76640" y="13813"/>
                  <a:pt x="76624" y="13142"/>
                  <a:pt x="76254" y="12889"/>
                </a:cubicBezTo>
                <a:cubicBezTo>
                  <a:pt x="72642" y="10403"/>
                  <a:pt x="67822" y="10656"/>
                  <a:pt x="63623" y="10521"/>
                </a:cubicBezTo>
                <a:cubicBezTo>
                  <a:pt x="58534" y="10370"/>
                  <a:pt x="53428" y="10286"/>
                  <a:pt x="48339" y="10253"/>
                </a:cubicBezTo>
                <a:cubicBezTo>
                  <a:pt x="47374" y="10248"/>
                  <a:pt x="46408" y="10245"/>
                  <a:pt x="45443" y="10245"/>
                </a:cubicBezTo>
                <a:cubicBezTo>
                  <a:pt x="36227" y="10245"/>
                  <a:pt x="26999" y="10465"/>
                  <a:pt x="17786" y="10891"/>
                </a:cubicBezTo>
                <a:cubicBezTo>
                  <a:pt x="12093" y="11142"/>
                  <a:pt x="6382" y="11496"/>
                  <a:pt x="688" y="11915"/>
                </a:cubicBezTo>
                <a:cubicBezTo>
                  <a:pt x="15" y="11965"/>
                  <a:pt x="0" y="13009"/>
                  <a:pt x="643" y="13009"/>
                </a:cubicBezTo>
                <a:cubicBezTo>
                  <a:pt x="657" y="13009"/>
                  <a:pt x="672" y="13008"/>
                  <a:pt x="688" y="13007"/>
                </a:cubicBezTo>
                <a:cubicBezTo>
                  <a:pt x="10732" y="12251"/>
                  <a:pt x="20793" y="11764"/>
                  <a:pt x="30871" y="11529"/>
                </a:cubicBezTo>
                <a:cubicBezTo>
                  <a:pt x="35629" y="11418"/>
                  <a:pt x="40387" y="11363"/>
                  <a:pt x="45146" y="11363"/>
                </a:cubicBezTo>
                <a:cubicBezTo>
                  <a:pt x="50415" y="11363"/>
                  <a:pt x="55684" y="11430"/>
                  <a:pt x="60952" y="11563"/>
                </a:cubicBezTo>
                <a:cubicBezTo>
                  <a:pt x="63606" y="11646"/>
                  <a:pt x="66293" y="11664"/>
                  <a:pt x="68931" y="11865"/>
                </a:cubicBezTo>
                <a:cubicBezTo>
                  <a:pt x="70795" y="12000"/>
                  <a:pt x="72676" y="12318"/>
                  <a:pt x="74355" y="13108"/>
                </a:cubicBezTo>
                <a:cubicBezTo>
                  <a:pt x="65185" y="14687"/>
                  <a:pt x="55864" y="14620"/>
                  <a:pt x="46592" y="15191"/>
                </a:cubicBezTo>
                <a:cubicBezTo>
                  <a:pt x="41805" y="15476"/>
                  <a:pt x="36985" y="15912"/>
                  <a:pt x="32282" y="16887"/>
                </a:cubicBezTo>
                <a:cubicBezTo>
                  <a:pt x="30737" y="17206"/>
                  <a:pt x="28755" y="18096"/>
                  <a:pt x="29140" y="20028"/>
                </a:cubicBezTo>
                <a:cubicBezTo>
                  <a:pt x="29500" y="21854"/>
                  <a:pt x="31350" y="22313"/>
                  <a:pt x="32992" y="22313"/>
                </a:cubicBezTo>
                <a:cubicBezTo>
                  <a:pt x="33267" y="22313"/>
                  <a:pt x="33537" y="22300"/>
                  <a:pt x="33794" y="22279"/>
                </a:cubicBezTo>
                <a:cubicBezTo>
                  <a:pt x="39589" y="21763"/>
                  <a:pt x="45390" y="21484"/>
                  <a:pt x="51193" y="21484"/>
                </a:cubicBezTo>
                <a:cubicBezTo>
                  <a:pt x="55414" y="21484"/>
                  <a:pt x="59636" y="21632"/>
                  <a:pt x="63859" y="21943"/>
                </a:cubicBezTo>
                <a:cubicBezTo>
                  <a:pt x="66327" y="22127"/>
                  <a:pt x="68797" y="22413"/>
                  <a:pt x="71265" y="22496"/>
                </a:cubicBezTo>
                <a:cubicBezTo>
                  <a:pt x="71630" y="22510"/>
                  <a:pt x="71995" y="22516"/>
                  <a:pt x="72358" y="22516"/>
                </a:cubicBezTo>
                <a:cubicBezTo>
                  <a:pt x="74336" y="22516"/>
                  <a:pt x="76292" y="22320"/>
                  <a:pt x="78236" y="21909"/>
                </a:cubicBezTo>
                <a:cubicBezTo>
                  <a:pt x="82552" y="21002"/>
                  <a:pt x="86617" y="19238"/>
                  <a:pt x="90849" y="18046"/>
                </a:cubicBezTo>
                <a:cubicBezTo>
                  <a:pt x="92983" y="17441"/>
                  <a:pt x="95167" y="16987"/>
                  <a:pt x="97384" y="16853"/>
                </a:cubicBezTo>
                <a:cubicBezTo>
                  <a:pt x="98091" y="16811"/>
                  <a:pt x="98802" y="16795"/>
                  <a:pt x="99512" y="16795"/>
                </a:cubicBezTo>
                <a:cubicBezTo>
                  <a:pt x="100808" y="16795"/>
                  <a:pt x="102106" y="16849"/>
                  <a:pt x="103397" y="16904"/>
                </a:cubicBezTo>
                <a:cubicBezTo>
                  <a:pt x="104590" y="16946"/>
                  <a:pt x="105805" y="16994"/>
                  <a:pt x="107021" y="16994"/>
                </a:cubicBezTo>
                <a:cubicBezTo>
                  <a:pt x="109705" y="16994"/>
                  <a:pt x="112394" y="16758"/>
                  <a:pt x="114868" y="15695"/>
                </a:cubicBezTo>
                <a:cubicBezTo>
                  <a:pt x="115741" y="15325"/>
                  <a:pt x="116547" y="14855"/>
                  <a:pt x="117304" y="14300"/>
                </a:cubicBezTo>
                <a:cubicBezTo>
                  <a:pt x="117689" y="14015"/>
                  <a:pt x="117555" y="13460"/>
                  <a:pt x="117069" y="13410"/>
                </a:cubicBezTo>
                <a:cubicBezTo>
                  <a:pt x="113373" y="13108"/>
                  <a:pt x="109678" y="12772"/>
                  <a:pt x="105983" y="12452"/>
                </a:cubicBezTo>
                <a:cubicBezTo>
                  <a:pt x="104152" y="12302"/>
                  <a:pt x="102304" y="12134"/>
                  <a:pt x="100457" y="11982"/>
                </a:cubicBezTo>
                <a:cubicBezTo>
                  <a:pt x="98828" y="11832"/>
                  <a:pt x="97165" y="11764"/>
                  <a:pt x="95552" y="11462"/>
                </a:cubicBezTo>
                <a:cubicBezTo>
                  <a:pt x="94780" y="11310"/>
                  <a:pt x="94007" y="11109"/>
                  <a:pt x="93301" y="10739"/>
                </a:cubicBezTo>
                <a:cubicBezTo>
                  <a:pt x="92562" y="10370"/>
                  <a:pt x="91958" y="9850"/>
                  <a:pt x="91353" y="9295"/>
                </a:cubicBezTo>
                <a:cubicBezTo>
                  <a:pt x="90195" y="8220"/>
                  <a:pt x="88986" y="7498"/>
                  <a:pt x="87423" y="7196"/>
                </a:cubicBezTo>
                <a:cubicBezTo>
                  <a:pt x="85810" y="6876"/>
                  <a:pt x="84148" y="6860"/>
                  <a:pt x="82518" y="6793"/>
                </a:cubicBezTo>
                <a:cubicBezTo>
                  <a:pt x="80772" y="6726"/>
                  <a:pt x="79025" y="6692"/>
                  <a:pt x="77278" y="6674"/>
                </a:cubicBezTo>
                <a:cubicBezTo>
                  <a:pt x="70089" y="6607"/>
                  <a:pt x="62867" y="6826"/>
                  <a:pt x="55712" y="5953"/>
                </a:cubicBezTo>
                <a:cubicBezTo>
                  <a:pt x="54032" y="5751"/>
                  <a:pt x="52285" y="5566"/>
                  <a:pt x="50690" y="4979"/>
                </a:cubicBezTo>
                <a:cubicBezTo>
                  <a:pt x="49128" y="4408"/>
                  <a:pt x="48070" y="3232"/>
                  <a:pt x="46727" y="2307"/>
                </a:cubicBezTo>
                <a:cubicBezTo>
                  <a:pt x="44140" y="493"/>
                  <a:pt x="40629" y="594"/>
                  <a:pt x="37606" y="426"/>
                </a:cubicBezTo>
                <a:cubicBezTo>
                  <a:pt x="32833" y="154"/>
                  <a:pt x="28054" y="0"/>
                  <a:pt x="232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6"/>
          <p:cNvSpPr/>
          <p:nvPr/>
        </p:nvSpPr>
        <p:spPr>
          <a:xfrm>
            <a:off x="-246912" y="3514325"/>
            <a:ext cx="4552293" cy="2086194"/>
          </a:xfrm>
          <a:custGeom>
            <a:avLst/>
            <a:gdLst/>
            <a:ahLst/>
            <a:cxnLst/>
            <a:rect l="l" t="t" r="r" b="b"/>
            <a:pathLst>
              <a:path w="158052" h="72431" extrusionOk="0">
                <a:moveTo>
                  <a:pt x="2689" y="0"/>
                </a:moveTo>
                <a:cubicBezTo>
                  <a:pt x="2666" y="0"/>
                  <a:pt x="2643" y="0"/>
                  <a:pt x="2620" y="1"/>
                </a:cubicBezTo>
                <a:lnTo>
                  <a:pt x="0" y="68092"/>
                </a:lnTo>
                <a:cubicBezTo>
                  <a:pt x="873" y="68009"/>
                  <a:pt x="1596" y="67521"/>
                  <a:pt x="2486" y="67505"/>
                </a:cubicBezTo>
                <a:cubicBezTo>
                  <a:pt x="2543" y="67504"/>
                  <a:pt x="2599" y="67503"/>
                  <a:pt x="2656" y="67503"/>
                </a:cubicBezTo>
                <a:cubicBezTo>
                  <a:pt x="3930" y="67503"/>
                  <a:pt x="5176" y="67841"/>
                  <a:pt x="6466" y="67841"/>
                </a:cubicBezTo>
                <a:cubicBezTo>
                  <a:pt x="6494" y="67841"/>
                  <a:pt x="6522" y="67841"/>
                  <a:pt x="6550" y="67841"/>
                </a:cubicBezTo>
                <a:cubicBezTo>
                  <a:pt x="8902" y="67807"/>
                  <a:pt x="11153" y="67438"/>
                  <a:pt x="13454" y="67084"/>
                </a:cubicBezTo>
                <a:cubicBezTo>
                  <a:pt x="15217" y="66799"/>
                  <a:pt x="16998" y="66312"/>
                  <a:pt x="18778" y="66110"/>
                </a:cubicBezTo>
                <a:cubicBezTo>
                  <a:pt x="19652" y="66012"/>
                  <a:pt x="20536" y="65981"/>
                  <a:pt x="21424" y="65981"/>
                </a:cubicBezTo>
                <a:cubicBezTo>
                  <a:pt x="22977" y="65981"/>
                  <a:pt x="24540" y="66077"/>
                  <a:pt x="26068" y="66077"/>
                </a:cubicBezTo>
                <a:cubicBezTo>
                  <a:pt x="26762" y="66071"/>
                  <a:pt x="27453" y="66056"/>
                  <a:pt x="28144" y="66056"/>
                </a:cubicBezTo>
                <a:cubicBezTo>
                  <a:pt x="29375" y="66056"/>
                  <a:pt x="30602" y="66103"/>
                  <a:pt x="31829" y="66329"/>
                </a:cubicBezTo>
                <a:cubicBezTo>
                  <a:pt x="34062" y="66732"/>
                  <a:pt x="36062" y="67774"/>
                  <a:pt x="38346" y="68076"/>
                </a:cubicBezTo>
                <a:cubicBezTo>
                  <a:pt x="40698" y="68394"/>
                  <a:pt x="43065" y="68580"/>
                  <a:pt x="45349" y="69268"/>
                </a:cubicBezTo>
                <a:cubicBezTo>
                  <a:pt x="47018" y="69775"/>
                  <a:pt x="48731" y="69859"/>
                  <a:pt x="50455" y="69859"/>
                </a:cubicBezTo>
                <a:cubicBezTo>
                  <a:pt x="51299" y="69859"/>
                  <a:pt x="52147" y="69839"/>
                  <a:pt x="52992" y="69839"/>
                </a:cubicBezTo>
                <a:cubicBezTo>
                  <a:pt x="53509" y="69836"/>
                  <a:pt x="54025" y="69835"/>
                  <a:pt x="54540" y="69835"/>
                </a:cubicBezTo>
                <a:cubicBezTo>
                  <a:pt x="57219" y="69835"/>
                  <a:pt x="59875" y="69882"/>
                  <a:pt x="62566" y="70108"/>
                </a:cubicBezTo>
                <a:cubicBezTo>
                  <a:pt x="66983" y="70477"/>
                  <a:pt x="71367" y="70898"/>
                  <a:pt x="75801" y="71082"/>
                </a:cubicBezTo>
                <a:cubicBezTo>
                  <a:pt x="80605" y="71283"/>
                  <a:pt x="85442" y="71133"/>
                  <a:pt x="90229" y="71619"/>
                </a:cubicBezTo>
                <a:cubicBezTo>
                  <a:pt x="93858" y="71994"/>
                  <a:pt x="97376" y="72430"/>
                  <a:pt x="100984" y="72430"/>
                </a:cubicBezTo>
                <a:cubicBezTo>
                  <a:pt x="101584" y="72430"/>
                  <a:pt x="102186" y="72418"/>
                  <a:pt x="102792" y="72392"/>
                </a:cubicBezTo>
                <a:cubicBezTo>
                  <a:pt x="106370" y="72241"/>
                  <a:pt x="109931" y="71922"/>
                  <a:pt x="113492" y="71854"/>
                </a:cubicBezTo>
                <a:cubicBezTo>
                  <a:pt x="113901" y="71848"/>
                  <a:pt x="114309" y="71847"/>
                  <a:pt x="114717" y="71847"/>
                </a:cubicBezTo>
                <a:cubicBezTo>
                  <a:pt x="115254" y="71847"/>
                  <a:pt x="115789" y="71850"/>
                  <a:pt x="116325" y="71850"/>
                </a:cubicBezTo>
                <a:cubicBezTo>
                  <a:pt x="117656" y="71850"/>
                  <a:pt x="118983" y="71831"/>
                  <a:pt x="120311" y="71704"/>
                </a:cubicBezTo>
                <a:cubicBezTo>
                  <a:pt x="121705" y="71552"/>
                  <a:pt x="123082" y="71351"/>
                  <a:pt x="124493" y="71317"/>
                </a:cubicBezTo>
                <a:cubicBezTo>
                  <a:pt x="127332" y="71234"/>
                  <a:pt x="130086" y="70999"/>
                  <a:pt x="132908" y="70544"/>
                </a:cubicBezTo>
                <a:cubicBezTo>
                  <a:pt x="134306" y="70321"/>
                  <a:pt x="135676" y="70249"/>
                  <a:pt x="137047" y="70249"/>
                </a:cubicBezTo>
                <a:cubicBezTo>
                  <a:pt x="138460" y="70249"/>
                  <a:pt x="139874" y="70326"/>
                  <a:pt x="141322" y="70394"/>
                </a:cubicBezTo>
                <a:cubicBezTo>
                  <a:pt x="141745" y="70413"/>
                  <a:pt x="142167" y="70420"/>
                  <a:pt x="142590" y="70420"/>
                </a:cubicBezTo>
                <a:cubicBezTo>
                  <a:pt x="143658" y="70420"/>
                  <a:pt x="144727" y="70376"/>
                  <a:pt x="145796" y="70376"/>
                </a:cubicBezTo>
                <a:cubicBezTo>
                  <a:pt x="146152" y="70376"/>
                  <a:pt x="146509" y="70381"/>
                  <a:pt x="146865" y="70394"/>
                </a:cubicBezTo>
                <a:cubicBezTo>
                  <a:pt x="147528" y="70423"/>
                  <a:pt x="148377" y="70760"/>
                  <a:pt x="149072" y="70760"/>
                </a:cubicBezTo>
                <a:cubicBezTo>
                  <a:pt x="149187" y="70760"/>
                  <a:pt x="149297" y="70751"/>
                  <a:pt x="149402" y="70730"/>
                </a:cubicBezTo>
                <a:cubicBezTo>
                  <a:pt x="149922" y="70629"/>
                  <a:pt x="149772" y="70595"/>
                  <a:pt x="149839" y="70125"/>
                </a:cubicBezTo>
                <a:cubicBezTo>
                  <a:pt x="149973" y="69185"/>
                  <a:pt x="149738" y="68193"/>
                  <a:pt x="149821" y="67236"/>
                </a:cubicBezTo>
                <a:cubicBezTo>
                  <a:pt x="149872" y="66396"/>
                  <a:pt x="150325" y="65657"/>
                  <a:pt x="150560" y="64851"/>
                </a:cubicBezTo>
                <a:cubicBezTo>
                  <a:pt x="151131" y="62986"/>
                  <a:pt x="151870" y="61239"/>
                  <a:pt x="152643" y="59443"/>
                </a:cubicBezTo>
                <a:cubicBezTo>
                  <a:pt x="153735" y="56872"/>
                  <a:pt x="155062" y="54353"/>
                  <a:pt x="155969" y="51733"/>
                </a:cubicBezTo>
                <a:cubicBezTo>
                  <a:pt x="156490" y="50288"/>
                  <a:pt x="156725" y="48777"/>
                  <a:pt x="157245" y="47350"/>
                </a:cubicBezTo>
                <a:cubicBezTo>
                  <a:pt x="157531" y="46526"/>
                  <a:pt x="158051" y="45720"/>
                  <a:pt x="156943" y="45485"/>
                </a:cubicBezTo>
                <a:cubicBezTo>
                  <a:pt x="156827" y="45459"/>
                  <a:pt x="156699" y="45449"/>
                  <a:pt x="156566" y="45449"/>
                </a:cubicBezTo>
                <a:cubicBezTo>
                  <a:pt x="156234" y="45449"/>
                  <a:pt x="155867" y="45507"/>
                  <a:pt x="155548" y="45507"/>
                </a:cubicBezTo>
                <a:cubicBezTo>
                  <a:pt x="155496" y="45507"/>
                  <a:pt x="155446" y="45505"/>
                  <a:pt x="155398" y="45502"/>
                </a:cubicBezTo>
                <a:cubicBezTo>
                  <a:pt x="154423" y="45468"/>
                  <a:pt x="153467" y="45200"/>
                  <a:pt x="152475" y="45166"/>
                </a:cubicBezTo>
                <a:cubicBezTo>
                  <a:pt x="152363" y="45163"/>
                  <a:pt x="152251" y="45162"/>
                  <a:pt x="152139" y="45162"/>
                </a:cubicBezTo>
                <a:cubicBezTo>
                  <a:pt x="150262" y="45162"/>
                  <a:pt x="148372" y="45522"/>
                  <a:pt x="146468" y="45522"/>
                </a:cubicBezTo>
                <a:cubicBezTo>
                  <a:pt x="146354" y="45522"/>
                  <a:pt x="146240" y="45521"/>
                  <a:pt x="146126" y="45518"/>
                </a:cubicBezTo>
                <a:cubicBezTo>
                  <a:pt x="144312" y="45468"/>
                  <a:pt x="142565" y="45249"/>
                  <a:pt x="140769" y="45048"/>
                </a:cubicBezTo>
                <a:cubicBezTo>
                  <a:pt x="139539" y="44913"/>
                  <a:pt x="138208" y="44806"/>
                  <a:pt x="136868" y="44806"/>
                </a:cubicBezTo>
                <a:cubicBezTo>
                  <a:pt x="134858" y="44806"/>
                  <a:pt x="132828" y="45048"/>
                  <a:pt x="131094" y="45804"/>
                </a:cubicBezTo>
                <a:cubicBezTo>
                  <a:pt x="129515" y="46492"/>
                  <a:pt x="127937" y="47417"/>
                  <a:pt x="126660" y="48559"/>
                </a:cubicBezTo>
                <a:cubicBezTo>
                  <a:pt x="125350" y="49717"/>
                  <a:pt x="124258" y="51011"/>
                  <a:pt x="122746" y="51952"/>
                </a:cubicBezTo>
                <a:cubicBezTo>
                  <a:pt x="119303" y="54118"/>
                  <a:pt x="115053" y="54823"/>
                  <a:pt x="111712" y="57208"/>
                </a:cubicBezTo>
                <a:cubicBezTo>
                  <a:pt x="111208" y="57578"/>
                  <a:pt x="110686" y="58149"/>
                  <a:pt x="110048" y="58283"/>
                </a:cubicBezTo>
                <a:cubicBezTo>
                  <a:pt x="109943" y="58304"/>
                  <a:pt x="109838" y="58313"/>
                  <a:pt x="109734" y="58313"/>
                </a:cubicBezTo>
                <a:cubicBezTo>
                  <a:pt x="109240" y="58313"/>
                  <a:pt x="108757" y="58112"/>
                  <a:pt x="108285" y="58014"/>
                </a:cubicBezTo>
                <a:cubicBezTo>
                  <a:pt x="107527" y="57866"/>
                  <a:pt x="106754" y="57804"/>
                  <a:pt x="105976" y="57804"/>
                </a:cubicBezTo>
                <a:cubicBezTo>
                  <a:pt x="103859" y="57804"/>
                  <a:pt x="101704" y="58260"/>
                  <a:pt x="99702" y="58653"/>
                </a:cubicBezTo>
                <a:cubicBezTo>
                  <a:pt x="97928" y="58994"/>
                  <a:pt x="96100" y="59147"/>
                  <a:pt x="94297" y="59147"/>
                </a:cubicBezTo>
                <a:cubicBezTo>
                  <a:pt x="93880" y="59147"/>
                  <a:pt x="93464" y="59139"/>
                  <a:pt x="93050" y="59123"/>
                </a:cubicBezTo>
                <a:cubicBezTo>
                  <a:pt x="92379" y="59107"/>
                  <a:pt x="91691" y="58955"/>
                  <a:pt x="91035" y="58821"/>
                </a:cubicBezTo>
                <a:cubicBezTo>
                  <a:pt x="90011" y="58619"/>
                  <a:pt x="89187" y="57830"/>
                  <a:pt x="88298" y="57275"/>
                </a:cubicBezTo>
                <a:cubicBezTo>
                  <a:pt x="86719" y="56301"/>
                  <a:pt x="85055" y="55412"/>
                  <a:pt x="83510" y="54404"/>
                </a:cubicBezTo>
                <a:cubicBezTo>
                  <a:pt x="82688" y="53883"/>
                  <a:pt x="81982" y="53076"/>
                  <a:pt x="81226" y="52456"/>
                </a:cubicBezTo>
                <a:cubicBezTo>
                  <a:pt x="80151" y="51582"/>
                  <a:pt x="79396" y="50474"/>
                  <a:pt x="78623" y="49348"/>
                </a:cubicBezTo>
                <a:cubicBezTo>
                  <a:pt x="76776" y="46660"/>
                  <a:pt x="74626" y="44192"/>
                  <a:pt x="72442" y="41773"/>
                </a:cubicBezTo>
                <a:cubicBezTo>
                  <a:pt x="71484" y="40714"/>
                  <a:pt x="70443" y="39724"/>
                  <a:pt x="69587" y="38564"/>
                </a:cubicBezTo>
                <a:cubicBezTo>
                  <a:pt x="69352" y="38246"/>
                  <a:pt x="69234" y="37825"/>
                  <a:pt x="68848" y="37675"/>
                </a:cubicBezTo>
                <a:cubicBezTo>
                  <a:pt x="68591" y="37581"/>
                  <a:pt x="68261" y="37545"/>
                  <a:pt x="67906" y="37545"/>
                </a:cubicBezTo>
                <a:cubicBezTo>
                  <a:pt x="67123" y="37545"/>
                  <a:pt x="66211" y="37717"/>
                  <a:pt x="65657" y="37809"/>
                </a:cubicBezTo>
                <a:cubicBezTo>
                  <a:pt x="63590" y="38145"/>
                  <a:pt x="61693" y="38430"/>
                  <a:pt x="59727" y="39119"/>
                </a:cubicBezTo>
                <a:cubicBezTo>
                  <a:pt x="58875" y="39423"/>
                  <a:pt x="58129" y="39645"/>
                  <a:pt x="57318" y="39645"/>
                </a:cubicBezTo>
                <a:cubicBezTo>
                  <a:pt x="56962" y="39645"/>
                  <a:pt x="56594" y="39603"/>
                  <a:pt x="56200" y="39505"/>
                </a:cubicBezTo>
                <a:cubicBezTo>
                  <a:pt x="55394" y="39287"/>
                  <a:pt x="54655" y="38951"/>
                  <a:pt x="53882" y="38683"/>
                </a:cubicBezTo>
                <a:cubicBezTo>
                  <a:pt x="52483" y="38191"/>
                  <a:pt x="51167" y="37937"/>
                  <a:pt x="49717" y="37937"/>
                </a:cubicBezTo>
                <a:cubicBezTo>
                  <a:pt x="49584" y="37937"/>
                  <a:pt x="49449" y="37939"/>
                  <a:pt x="49313" y="37944"/>
                </a:cubicBezTo>
                <a:cubicBezTo>
                  <a:pt x="48222" y="37977"/>
                  <a:pt x="47163" y="38246"/>
                  <a:pt x="46089" y="38397"/>
                </a:cubicBezTo>
                <a:cubicBezTo>
                  <a:pt x="44442" y="38616"/>
                  <a:pt x="42780" y="38817"/>
                  <a:pt x="41150" y="39119"/>
                </a:cubicBezTo>
                <a:cubicBezTo>
                  <a:pt x="39148" y="39494"/>
                  <a:pt x="37124" y="39769"/>
                  <a:pt x="35088" y="39769"/>
                </a:cubicBezTo>
                <a:cubicBezTo>
                  <a:pt x="34479" y="39769"/>
                  <a:pt x="33868" y="39745"/>
                  <a:pt x="33256" y="39691"/>
                </a:cubicBezTo>
                <a:cubicBezTo>
                  <a:pt x="32333" y="39606"/>
                  <a:pt x="31762" y="39187"/>
                  <a:pt x="30938" y="38900"/>
                </a:cubicBezTo>
                <a:cubicBezTo>
                  <a:pt x="30233" y="38632"/>
                  <a:pt x="29444" y="38531"/>
                  <a:pt x="28755" y="38179"/>
                </a:cubicBezTo>
                <a:cubicBezTo>
                  <a:pt x="27579" y="37574"/>
                  <a:pt x="26287" y="36466"/>
                  <a:pt x="25463" y="35474"/>
                </a:cubicBezTo>
                <a:cubicBezTo>
                  <a:pt x="23414" y="33022"/>
                  <a:pt x="21701" y="30217"/>
                  <a:pt x="20408" y="27261"/>
                </a:cubicBezTo>
                <a:cubicBezTo>
                  <a:pt x="19719" y="25649"/>
                  <a:pt x="19165" y="24019"/>
                  <a:pt x="18695" y="22323"/>
                </a:cubicBezTo>
                <a:cubicBezTo>
                  <a:pt x="18341" y="21047"/>
                  <a:pt x="17721" y="19820"/>
                  <a:pt x="17452" y="18527"/>
                </a:cubicBezTo>
                <a:cubicBezTo>
                  <a:pt x="17217" y="17419"/>
                  <a:pt x="17065" y="16293"/>
                  <a:pt x="16814" y="15184"/>
                </a:cubicBezTo>
                <a:cubicBezTo>
                  <a:pt x="16511" y="13892"/>
                  <a:pt x="15923" y="12766"/>
                  <a:pt x="15302" y="11607"/>
                </a:cubicBezTo>
                <a:cubicBezTo>
                  <a:pt x="14361" y="9809"/>
                  <a:pt x="13538" y="7861"/>
                  <a:pt x="12346" y="6215"/>
                </a:cubicBezTo>
                <a:cubicBezTo>
                  <a:pt x="11354" y="4838"/>
                  <a:pt x="10380" y="2990"/>
                  <a:pt x="8936" y="2016"/>
                </a:cubicBezTo>
                <a:cubicBezTo>
                  <a:pt x="7074" y="770"/>
                  <a:pt x="4900" y="0"/>
                  <a:pt x="26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6"/>
          <p:cNvSpPr/>
          <p:nvPr/>
        </p:nvSpPr>
        <p:spPr>
          <a:xfrm>
            <a:off x="2434729" y="3747087"/>
            <a:ext cx="289782" cy="310433"/>
          </a:xfrm>
          <a:custGeom>
            <a:avLst/>
            <a:gdLst/>
            <a:ahLst/>
            <a:cxnLst/>
            <a:rect l="l" t="t" r="r" b="b"/>
            <a:pathLst>
              <a:path w="10061" h="10778" extrusionOk="0">
                <a:moveTo>
                  <a:pt x="6902" y="1"/>
                </a:moveTo>
                <a:cubicBezTo>
                  <a:pt x="6568" y="1"/>
                  <a:pt x="6231" y="40"/>
                  <a:pt x="5913" y="150"/>
                </a:cubicBezTo>
                <a:cubicBezTo>
                  <a:pt x="5073" y="452"/>
                  <a:pt x="4569" y="1225"/>
                  <a:pt x="4048" y="1896"/>
                </a:cubicBezTo>
                <a:cubicBezTo>
                  <a:pt x="2553" y="3862"/>
                  <a:pt x="0" y="6331"/>
                  <a:pt x="572" y="9085"/>
                </a:cubicBezTo>
                <a:cubicBezTo>
                  <a:pt x="706" y="9707"/>
                  <a:pt x="1058" y="10413"/>
                  <a:pt x="1696" y="10648"/>
                </a:cubicBezTo>
                <a:cubicBezTo>
                  <a:pt x="1945" y="10738"/>
                  <a:pt x="2183" y="10778"/>
                  <a:pt x="2411" y="10778"/>
                </a:cubicBezTo>
                <a:cubicBezTo>
                  <a:pt x="3416" y="10778"/>
                  <a:pt x="4224" y="10002"/>
                  <a:pt x="4854" y="9304"/>
                </a:cubicBezTo>
                <a:cubicBezTo>
                  <a:pt x="5812" y="8263"/>
                  <a:pt x="7273" y="7826"/>
                  <a:pt x="7776" y="6348"/>
                </a:cubicBezTo>
                <a:cubicBezTo>
                  <a:pt x="7978" y="5710"/>
                  <a:pt x="7944" y="5004"/>
                  <a:pt x="8163" y="4400"/>
                </a:cubicBezTo>
                <a:cubicBezTo>
                  <a:pt x="8399" y="3677"/>
                  <a:pt x="9154" y="2971"/>
                  <a:pt x="9541" y="2300"/>
                </a:cubicBezTo>
                <a:cubicBezTo>
                  <a:pt x="9758" y="1896"/>
                  <a:pt x="10061" y="1191"/>
                  <a:pt x="9859" y="738"/>
                </a:cubicBezTo>
                <a:cubicBezTo>
                  <a:pt x="9608" y="183"/>
                  <a:pt x="9154" y="268"/>
                  <a:pt x="8634" y="217"/>
                </a:cubicBezTo>
                <a:cubicBezTo>
                  <a:pt x="8179" y="167"/>
                  <a:pt x="7727" y="66"/>
                  <a:pt x="7273" y="15"/>
                </a:cubicBezTo>
                <a:cubicBezTo>
                  <a:pt x="7150" y="6"/>
                  <a:pt x="7026" y="1"/>
                  <a:pt x="69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6"/>
          <p:cNvSpPr/>
          <p:nvPr/>
        </p:nvSpPr>
        <p:spPr>
          <a:xfrm>
            <a:off x="3012846" y="4815528"/>
            <a:ext cx="445603" cy="282869"/>
          </a:xfrm>
          <a:custGeom>
            <a:avLst/>
            <a:gdLst/>
            <a:ahLst/>
            <a:cxnLst/>
            <a:rect l="l" t="t" r="r" b="b"/>
            <a:pathLst>
              <a:path w="15471" h="9821" extrusionOk="0">
                <a:moveTo>
                  <a:pt x="12233" y="0"/>
                </a:moveTo>
                <a:cubicBezTo>
                  <a:pt x="11624" y="0"/>
                  <a:pt x="10991" y="136"/>
                  <a:pt x="10347" y="276"/>
                </a:cubicBezTo>
                <a:cubicBezTo>
                  <a:pt x="8684" y="645"/>
                  <a:pt x="7021" y="1301"/>
                  <a:pt x="5644" y="2309"/>
                </a:cubicBezTo>
                <a:cubicBezTo>
                  <a:pt x="5325" y="2544"/>
                  <a:pt x="5039" y="2813"/>
                  <a:pt x="4669" y="2963"/>
                </a:cubicBezTo>
                <a:cubicBezTo>
                  <a:pt x="3527" y="3434"/>
                  <a:pt x="2503" y="3250"/>
                  <a:pt x="1462" y="4089"/>
                </a:cubicBezTo>
                <a:cubicBezTo>
                  <a:pt x="571" y="4811"/>
                  <a:pt x="0" y="6020"/>
                  <a:pt x="437" y="7162"/>
                </a:cubicBezTo>
                <a:cubicBezTo>
                  <a:pt x="925" y="8423"/>
                  <a:pt x="3158" y="9178"/>
                  <a:pt x="4385" y="9531"/>
                </a:cubicBezTo>
                <a:cubicBezTo>
                  <a:pt x="5072" y="9722"/>
                  <a:pt x="5803" y="9821"/>
                  <a:pt x="6531" y="9821"/>
                </a:cubicBezTo>
                <a:cubicBezTo>
                  <a:pt x="7084" y="9821"/>
                  <a:pt x="7634" y="9764"/>
                  <a:pt x="8163" y="9648"/>
                </a:cubicBezTo>
                <a:cubicBezTo>
                  <a:pt x="9473" y="9363"/>
                  <a:pt x="10532" y="8573"/>
                  <a:pt x="11757" y="8036"/>
                </a:cubicBezTo>
                <a:cubicBezTo>
                  <a:pt x="12279" y="7818"/>
                  <a:pt x="12866" y="7717"/>
                  <a:pt x="13354" y="7397"/>
                </a:cubicBezTo>
                <a:cubicBezTo>
                  <a:pt x="13907" y="7062"/>
                  <a:pt x="14378" y="6524"/>
                  <a:pt x="14899" y="6121"/>
                </a:cubicBezTo>
                <a:cubicBezTo>
                  <a:pt x="15369" y="5735"/>
                  <a:pt x="15470" y="5516"/>
                  <a:pt x="15436" y="4844"/>
                </a:cubicBezTo>
                <a:cubicBezTo>
                  <a:pt x="15403" y="3568"/>
                  <a:pt x="15201" y="1653"/>
                  <a:pt x="14243" y="764"/>
                </a:cubicBezTo>
                <a:cubicBezTo>
                  <a:pt x="13620" y="185"/>
                  <a:pt x="12943" y="0"/>
                  <a:pt x="122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6"/>
          <p:cNvSpPr/>
          <p:nvPr/>
        </p:nvSpPr>
        <p:spPr>
          <a:xfrm>
            <a:off x="3449709" y="4601287"/>
            <a:ext cx="152912" cy="167487"/>
          </a:xfrm>
          <a:custGeom>
            <a:avLst/>
            <a:gdLst/>
            <a:ahLst/>
            <a:cxnLst/>
            <a:rect l="l" t="t" r="r" b="b"/>
            <a:pathLst>
              <a:path w="5309" h="5815" extrusionOk="0">
                <a:moveTo>
                  <a:pt x="3903" y="0"/>
                </a:moveTo>
                <a:cubicBezTo>
                  <a:pt x="3638" y="0"/>
                  <a:pt x="3353" y="143"/>
                  <a:pt x="3024" y="290"/>
                </a:cubicBezTo>
                <a:cubicBezTo>
                  <a:pt x="2184" y="643"/>
                  <a:pt x="689" y="1029"/>
                  <a:pt x="218" y="1869"/>
                </a:cubicBezTo>
                <a:cubicBezTo>
                  <a:pt x="34" y="2171"/>
                  <a:pt x="68" y="2525"/>
                  <a:pt x="68" y="2860"/>
                </a:cubicBezTo>
                <a:cubicBezTo>
                  <a:pt x="34" y="4187"/>
                  <a:pt x="1" y="5548"/>
                  <a:pt x="1629" y="5783"/>
                </a:cubicBezTo>
                <a:cubicBezTo>
                  <a:pt x="1770" y="5804"/>
                  <a:pt x="1920" y="5815"/>
                  <a:pt x="2075" y="5815"/>
                </a:cubicBezTo>
                <a:cubicBezTo>
                  <a:pt x="3154" y="5815"/>
                  <a:pt x="4479" y="5304"/>
                  <a:pt x="4905" y="4305"/>
                </a:cubicBezTo>
                <a:cubicBezTo>
                  <a:pt x="5308" y="3364"/>
                  <a:pt x="5174" y="1349"/>
                  <a:pt x="4619" y="492"/>
                </a:cubicBezTo>
                <a:cubicBezTo>
                  <a:pt x="4383" y="126"/>
                  <a:pt x="4152" y="0"/>
                  <a:pt x="39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6"/>
          <p:cNvSpPr/>
          <p:nvPr/>
        </p:nvSpPr>
        <p:spPr>
          <a:xfrm>
            <a:off x="-792625" y="3299536"/>
            <a:ext cx="2264049" cy="1085883"/>
          </a:xfrm>
          <a:custGeom>
            <a:avLst/>
            <a:gdLst/>
            <a:ahLst/>
            <a:cxnLst/>
            <a:rect l="l" t="t" r="r" b="b"/>
            <a:pathLst>
              <a:path w="78606" h="37701" extrusionOk="0">
                <a:moveTo>
                  <a:pt x="0" y="0"/>
                </a:moveTo>
                <a:lnTo>
                  <a:pt x="3494" y="4636"/>
                </a:lnTo>
                <a:cubicBezTo>
                  <a:pt x="3552" y="4635"/>
                  <a:pt x="3611" y="4635"/>
                  <a:pt x="3671" y="4635"/>
                </a:cubicBezTo>
                <a:cubicBezTo>
                  <a:pt x="6087" y="4635"/>
                  <a:pt x="8605" y="4961"/>
                  <a:pt x="10868" y="5879"/>
                </a:cubicBezTo>
                <a:cubicBezTo>
                  <a:pt x="12530" y="6551"/>
                  <a:pt x="13672" y="7491"/>
                  <a:pt x="14781" y="8868"/>
                </a:cubicBezTo>
                <a:cubicBezTo>
                  <a:pt x="15990" y="10380"/>
                  <a:pt x="17266" y="12093"/>
                  <a:pt x="18896" y="13186"/>
                </a:cubicBezTo>
                <a:cubicBezTo>
                  <a:pt x="21846" y="15153"/>
                  <a:pt x="25695" y="15370"/>
                  <a:pt x="29163" y="15370"/>
                </a:cubicBezTo>
                <a:cubicBezTo>
                  <a:pt x="29307" y="15370"/>
                  <a:pt x="29451" y="15370"/>
                  <a:pt x="29595" y="15369"/>
                </a:cubicBezTo>
                <a:cubicBezTo>
                  <a:pt x="31040" y="15356"/>
                  <a:pt x="32531" y="15270"/>
                  <a:pt x="34015" y="15270"/>
                </a:cubicBezTo>
                <a:cubicBezTo>
                  <a:pt x="36358" y="15270"/>
                  <a:pt x="38683" y="15485"/>
                  <a:pt x="40781" y="16545"/>
                </a:cubicBezTo>
                <a:cubicBezTo>
                  <a:pt x="42931" y="17636"/>
                  <a:pt x="44796" y="18896"/>
                  <a:pt x="47282" y="19148"/>
                </a:cubicBezTo>
                <a:cubicBezTo>
                  <a:pt x="50388" y="19467"/>
                  <a:pt x="54370" y="19181"/>
                  <a:pt x="57107" y="20912"/>
                </a:cubicBezTo>
                <a:cubicBezTo>
                  <a:pt x="57812" y="21349"/>
                  <a:pt x="58535" y="22137"/>
                  <a:pt x="58501" y="23044"/>
                </a:cubicBezTo>
                <a:cubicBezTo>
                  <a:pt x="58450" y="24086"/>
                  <a:pt x="57409" y="24540"/>
                  <a:pt x="56569" y="24858"/>
                </a:cubicBezTo>
                <a:cubicBezTo>
                  <a:pt x="54822" y="25497"/>
                  <a:pt x="52841" y="25783"/>
                  <a:pt x="51010" y="26085"/>
                </a:cubicBezTo>
                <a:cubicBezTo>
                  <a:pt x="48910" y="26455"/>
                  <a:pt x="46778" y="26773"/>
                  <a:pt x="44644" y="26941"/>
                </a:cubicBezTo>
                <a:cubicBezTo>
                  <a:pt x="40664" y="27261"/>
                  <a:pt x="36835" y="28386"/>
                  <a:pt x="32887" y="28974"/>
                </a:cubicBezTo>
                <a:cubicBezTo>
                  <a:pt x="30183" y="29393"/>
                  <a:pt x="27462" y="29680"/>
                  <a:pt x="24741" y="29998"/>
                </a:cubicBezTo>
                <a:cubicBezTo>
                  <a:pt x="23196" y="30166"/>
                  <a:pt x="21902" y="30217"/>
                  <a:pt x="20576" y="31140"/>
                </a:cubicBezTo>
                <a:cubicBezTo>
                  <a:pt x="20072" y="31493"/>
                  <a:pt x="19635" y="31913"/>
                  <a:pt x="19181" y="32316"/>
                </a:cubicBezTo>
                <a:cubicBezTo>
                  <a:pt x="18442" y="32972"/>
                  <a:pt x="17905" y="33240"/>
                  <a:pt x="16930" y="33475"/>
                </a:cubicBezTo>
                <a:cubicBezTo>
                  <a:pt x="14646" y="34029"/>
                  <a:pt x="12346" y="34533"/>
                  <a:pt x="10062" y="35070"/>
                </a:cubicBezTo>
                <a:cubicBezTo>
                  <a:pt x="9457" y="35222"/>
                  <a:pt x="5695" y="35558"/>
                  <a:pt x="5493" y="36398"/>
                </a:cubicBezTo>
                <a:cubicBezTo>
                  <a:pt x="5240" y="37538"/>
                  <a:pt x="11996" y="37700"/>
                  <a:pt x="16277" y="37700"/>
                </a:cubicBezTo>
                <a:cubicBezTo>
                  <a:pt x="17987" y="37700"/>
                  <a:pt x="19302" y="37674"/>
                  <a:pt x="19618" y="37674"/>
                </a:cubicBezTo>
                <a:cubicBezTo>
                  <a:pt x="19669" y="37675"/>
                  <a:pt x="19719" y="37675"/>
                  <a:pt x="19770" y="37675"/>
                </a:cubicBezTo>
                <a:cubicBezTo>
                  <a:pt x="21043" y="37675"/>
                  <a:pt x="22272" y="37486"/>
                  <a:pt x="23532" y="37406"/>
                </a:cubicBezTo>
                <a:cubicBezTo>
                  <a:pt x="23585" y="37403"/>
                  <a:pt x="23640" y="37402"/>
                  <a:pt x="23697" y="37402"/>
                </a:cubicBezTo>
                <a:cubicBezTo>
                  <a:pt x="23993" y="37402"/>
                  <a:pt x="24338" y="37433"/>
                  <a:pt x="24671" y="37433"/>
                </a:cubicBezTo>
                <a:cubicBezTo>
                  <a:pt x="25049" y="37433"/>
                  <a:pt x="25411" y="37393"/>
                  <a:pt x="25664" y="37220"/>
                </a:cubicBezTo>
                <a:cubicBezTo>
                  <a:pt x="25933" y="37052"/>
                  <a:pt x="26186" y="36600"/>
                  <a:pt x="26471" y="36364"/>
                </a:cubicBezTo>
                <a:cubicBezTo>
                  <a:pt x="27143" y="35809"/>
                  <a:pt x="27832" y="35474"/>
                  <a:pt x="28654" y="35138"/>
                </a:cubicBezTo>
                <a:cubicBezTo>
                  <a:pt x="31442" y="34029"/>
                  <a:pt x="34382" y="33525"/>
                  <a:pt x="37338" y="33005"/>
                </a:cubicBezTo>
                <a:cubicBezTo>
                  <a:pt x="38884" y="32736"/>
                  <a:pt x="40462" y="32719"/>
                  <a:pt x="42008" y="32468"/>
                </a:cubicBezTo>
                <a:cubicBezTo>
                  <a:pt x="43990" y="32148"/>
                  <a:pt x="45972" y="31829"/>
                  <a:pt x="47954" y="31442"/>
                </a:cubicBezTo>
                <a:cubicBezTo>
                  <a:pt x="53832" y="30318"/>
                  <a:pt x="59660" y="29024"/>
                  <a:pt x="65505" y="27680"/>
                </a:cubicBezTo>
                <a:cubicBezTo>
                  <a:pt x="68024" y="27109"/>
                  <a:pt x="70292" y="26168"/>
                  <a:pt x="72711" y="25362"/>
                </a:cubicBezTo>
                <a:cubicBezTo>
                  <a:pt x="74642" y="24708"/>
                  <a:pt x="76541" y="23666"/>
                  <a:pt x="77649" y="21869"/>
                </a:cubicBezTo>
                <a:cubicBezTo>
                  <a:pt x="78254" y="20894"/>
                  <a:pt x="78606" y="18946"/>
                  <a:pt x="77934" y="17938"/>
                </a:cubicBezTo>
                <a:cubicBezTo>
                  <a:pt x="76893" y="16377"/>
                  <a:pt x="74340" y="15839"/>
                  <a:pt x="72626" y="15520"/>
                </a:cubicBezTo>
                <a:cubicBezTo>
                  <a:pt x="70347" y="15101"/>
                  <a:pt x="67852" y="14739"/>
                  <a:pt x="65512" y="14739"/>
                </a:cubicBezTo>
                <a:cubicBezTo>
                  <a:pt x="65318" y="14739"/>
                  <a:pt x="65125" y="14742"/>
                  <a:pt x="64934" y="14747"/>
                </a:cubicBezTo>
                <a:cubicBezTo>
                  <a:pt x="63574" y="14781"/>
                  <a:pt x="62347" y="15150"/>
                  <a:pt x="61021" y="15302"/>
                </a:cubicBezTo>
                <a:cubicBezTo>
                  <a:pt x="60371" y="15382"/>
                  <a:pt x="59711" y="15405"/>
                  <a:pt x="59049" y="15405"/>
                </a:cubicBezTo>
                <a:cubicBezTo>
                  <a:pt x="58325" y="15405"/>
                  <a:pt x="57600" y="15378"/>
                  <a:pt x="56889" y="15369"/>
                </a:cubicBezTo>
                <a:cubicBezTo>
                  <a:pt x="54974" y="15352"/>
                  <a:pt x="52992" y="15033"/>
                  <a:pt x="51127" y="14613"/>
                </a:cubicBezTo>
                <a:cubicBezTo>
                  <a:pt x="49112" y="14142"/>
                  <a:pt x="47483" y="13085"/>
                  <a:pt x="45636" y="12212"/>
                </a:cubicBezTo>
                <a:cubicBezTo>
                  <a:pt x="44036" y="11471"/>
                  <a:pt x="42370" y="11240"/>
                  <a:pt x="40678" y="11240"/>
                </a:cubicBezTo>
                <a:cubicBezTo>
                  <a:pt x="37869" y="11240"/>
                  <a:pt x="34989" y="11877"/>
                  <a:pt x="32225" y="11877"/>
                </a:cubicBezTo>
                <a:cubicBezTo>
                  <a:pt x="32160" y="11877"/>
                  <a:pt x="32096" y="11876"/>
                  <a:pt x="32031" y="11876"/>
                </a:cubicBezTo>
                <a:lnTo>
                  <a:pt x="28269" y="11876"/>
                </a:lnTo>
                <a:cubicBezTo>
                  <a:pt x="27660" y="11876"/>
                  <a:pt x="26991" y="11941"/>
                  <a:pt x="26342" y="11941"/>
                </a:cubicBezTo>
                <a:cubicBezTo>
                  <a:pt x="25953" y="11941"/>
                  <a:pt x="25570" y="11918"/>
                  <a:pt x="25212" y="11842"/>
                </a:cubicBezTo>
                <a:cubicBezTo>
                  <a:pt x="24321" y="11640"/>
                  <a:pt x="23447" y="11170"/>
                  <a:pt x="22591" y="10850"/>
                </a:cubicBezTo>
                <a:cubicBezTo>
                  <a:pt x="21902" y="10599"/>
                  <a:pt x="21163" y="10481"/>
                  <a:pt x="20509" y="10162"/>
                </a:cubicBezTo>
                <a:cubicBezTo>
                  <a:pt x="19635" y="9708"/>
                  <a:pt x="18711" y="9087"/>
                  <a:pt x="18005" y="8416"/>
                </a:cubicBezTo>
                <a:cubicBezTo>
                  <a:pt x="17031" y="7525"/>
                  <a:pt x="16041" y="7005"/>
                  <a:pt x="15150" y="6013"/>
                </a:cubicBezTo>
                <a:cubicBezTo>
                  <a:pt x="14261" y="5039"/>
                  <a:pt x="14210" y="3628"/>
                  <a:pt x="13135" y="2889"/>
                </a:cubicBezTo>
                <a:cubicBezTo>
                  <a:pt x="11876" y="1999"/>
                  <a:pt x="9910" y="1865"/>
                  <a:pt x="8398" y="1579"/>
                </a:cubicBezTo>
                <a:cubicBezTo>
                  <a:pt x="6282" y="1193"/>
                  <a:pt x="4165" y="857"/>
                  <a:pt x="2049" y="421"/>
                </a:cubicBezTo>
                <a:cubicBezTo>
                  <a:pt x="1260" y="253"/>
                  <a:pt x="840" y="0"/>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6"/>
          <p:cNvSpPr/>
          <p:nvPr/>
        </p:nvSpPr>
        <p:spPr>
          <a:xfrm flipH="1">
            <a:off x="6000625" y="-52633"/>
            <a:ext cx="1375025" cy="371369"/>
          </a:xfrm>
          <a:custGeom>
            <a:avLst/>
            <a:gdLst/>
            <a:ahLst/>
            <a:cxnLst/>
            <a:rect l="l" t="t" r="r" b="b"/>
            <a:pathLst>
              <a:path w="49448" h="13355" extrusionOk="0">
                <a:moveTo>
                  <a:pt x="43437" y="1"/>
                </a:moveTo>
                <a:cubicBezTo>
                  <a:pt x="41404" y="1"/>
                  <a:pt x="39376" y="190"/>
                  <a:pt x="37338" y="289"/>
                </a:cubicBezTo>
                <a:cubicBezTo>
                  <a:pt x="36566" y="327"/>
                  <a:pt x="35791" y="339"/>
                  <a:pt x="35016" y="339"/>
                </a:cubicBezTo>
                <a:cubicBezTo>
                  <a:pt x="33734" y="339"/>
                  <a:pt x="32450" y="307"/>
                  <a:pt x="31174" y="307"/>
                </a:cubicBezTo>
                <a:cubicBezTo>
                  <a:pt x="30042" y="307"/>
                  <a:pt x="28906" y="281"/>
                  <a:pt x="27772" y="281"/>
                </a:cubicBezTo>
                <a:cubicBezTo>
                  <a:pt x="26483" y="281"/>
                  <a:pt x="25196" y="314"/>
                  <a:pt x="23918" y="457"/>
                </a:cubicBezTo>
                <a:cubicBezTo>
                  <a:pt x="21718" y="710"/>
                  <a:pt x="19736" y="1314"/>
                  <a:pt x="17636" y="1901"/>
                </a:cubicBezTo>
                <a:cubicBezTo>
                  <a:pt x="16297" y="2268"/>
                  <a:pt x="14935" y="2384"/>
                  <a:pt x="13565" y="2384"/>
                </a:cubicBezTo>
                <a:cubicBezTo>
                  <a:pt x="11243" y="2384"/>
                  <a:pt x="8896" y="2052"/>
                  <a:pt x="6592" y="2052"/>
                </a:cubicBezTo>
                <a:cubicBezTo>
                  <a:pt x="6522" y="2052"/>
                  <a:pt x="6452" y="2053"/>
                  <a:pt x="6383" y="2053"/>
                </a:cubicBezTo>
                <a:lnTo>
                  <a:pt x="0" y="11325"/>
                </a:lnTo>
                <a:cubicBezTo>
                  <a:pt x="353" y="11039"/>
                  <a:pt x="773" y="11056"/>
                  <a:pt x="1193" y="11022"/>
                </a:cubicBezTo>
                <a:cubicBezTo>
                  <a:pt x="2990" y="10904"/>
                  <a:pt x="4788" y="10821"/>
                  <a:pt x="6568" y="10754"/>
                </a:cubicBezTo>
                <a:cubicBezTo>
                  <a:pt x="7088" y="10735"/>
                  <a:pt x="7608" y="10726"/>
                  <a:pt x="8128" y="10726"/>
                </a:cubicBezTo>
                <a:cubicBezTo>
                  <a:pt x="10969" y="10726"/>
                  <a:pt x="13804" y="11019"/>
                  <a:pt x="16545" y="11829"/>
                </a:cubicBezTo>
                <a:cubicBezTo>
                  <a:pt x="18234" y="12335"/>
                  <a:pt x="20275" y="13354"/>
                  <a:pt x="22162" y="13354"/>
                </a:cubicBezTo>
                <a:cubicBezTo>
                  <a:pt x="22715" y="13354"/>
                  <a:pt x="23254" y="13267"/>
                  <a:pt x="23767" y="13054"/>
                </a:cubicBezTo>
                <a:cubicBezTo>
                  <a:pt x="24741" y="12651"/>
                  <a:pt x="25530" y="11912"/>
                  <a:pt x="26421" y="11358"/>
                </a:cubicBezTo>
                <a:cubicBezTo>
                  <a:pt x="27613" y="10602"/>
                  <a:pt x="28923" y="10031"/>
                  <a:pt x="30217" y="9444"/>
                </a:cubicBezTo>
                <a:cubicBezTo>
                  <a:pt x="33256" y="8082"/>
                  <a:pt x="36364" y="6739"/>
                  <a:pt x="39589" y="5849"/>
                </a:cubicBezTo>
                <a:cubicBezTo>
                  <a:pt x="41941" y="5194"/>
                  <a:pt x="44023" y="4421"/>
                  <a:pt x="46156" y="3178"/>
                </a:cubicBezTo>
                <a:cubicBezTo>
                  <a:pt x="47147" y="2607"/>
                  <a:pt x="48306" y="2137"/>
                  <a:pt x="48995" y="1162"/>
                </a:cubicBezTo>
                <a:cubicBezTo>
                  <a:pt x="49347" y="642"/>
                  <a:pt x="49448" y="441"/>
                  <a:pt x="48861" y="307"/>
                </a:cubicBezTo>
                <a:cubicBezTo>
                  <a:pt x="48788" y="284"/>
                  <a:pt x="48707" y="276"/>
                  <a:pt x="48622" y="276"/>
                </a:cubicBezTo>
                <a:cubicBezTo>
                  <a:pt x="48413" y="276"/>
                  <a:pt x="48179" y="324"/>
                  <a:pt x="47982" y="324"/>
                </a:cubicBezTo>
                <a:cubicBezTo>
                  <a:pt x="47961" y="324"/>
                  <a:pt x="47940" y="324"/>
                  <a:pt x="47920" y="323"/>
                </a:cubicBezTo>
                <a:cubicBezTo>
                  <a:pt x="47164" y="307"/>
                  <a:pt x="46391" y="155"/>
                  <a:pt x="45636" y="88"/>
                </a:cubicBezTo>
                <a:cubicBezTo>
                  <a:pt x="44902" y="25"/>
                  <a:pt x="44169" y="1"/>
                  <a:pt x="434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6"/>
          <p:cNvSpPr/>
          <p:nvPr/>
        </p:nvSpPr>
        <p:spPr>
          <a:xfrm flipH="1">
            <a:off x="6762809" y="-60475"/>
            <a:ext cx="2713623" cy="965894"/>
          </a:xfrm>
          <a:custGeom>
            <a:avLst/>
            <a:gdLst/>
            <a:ahLst/>
            <a:cxnLst/>
            <a:rect l="l" t="t" r="r" b="b"/>
            <a:pathLst>
              <a:path w="97586" h="34735" extrusionOk="0">
                <a:moveTo>
                  <a:pt x="58166" y="0"/>
                </a:moveTo>
                <a:cubicBezTo>
                  <a:pt x="56822" y="0"/>
                  <a:pt x="55528" y="286"/>
                  <a:pt x="54184" y="320"/>
                </a:cubicBezTo>
                <a:cubicBezTo>
                  <a:pt x="53852" y="328"/>
                  <a:pt x="53519" y="331"/>
                  <a:pt x="53187" y="331"/>
                </a:cubicBezTo>
                <a:cubicBezTo>
                  <a:pt x="52176" y="331"/>
                  <a:pt x="51164" y="302"/>
                  <a:pt x="50153" y="302"/>
                </a:cubicBezTo>
                <a:cubicBezTo>
                  <a:pt x="48933" y="302"/>
                  <a:pt x="47705" y="317"/>
                  <a:pt x="46480" y="317"/>
                </a:cubicBezTo>
                <a:cubicBezTo>
                  <a:pt x="45867" y="317"/>
                  <a:pt x="45255" y="314"/>
                  <a:pt x="44644" y="302"/>
                </a:cubicBezTo>
                <a:cubicBezTo>
                  <a:pt x="44604" y="302"/>
                  <a:pt x="44563" y="301"/>
                  <a:pt x="44522" y="301"/>
                </a:cubicBezTo>
                <a:cubicBezTo>
                  <a:pt x="42571" y="301"/>
                  <a:pt x="40758" y="1077"/>
                  <a:pt x="38817" y="1193"/>
                </a:cubicBezTo>
                <a:cubicBezTo>
                  <a:pt x="38773" y="1195"/>
                  <a:pt x="38730" y="1196"/>
                  <a:pt x="38687" y="1196"/>
                </a:cubicBezTo>
                <a:cubicBezTo>
                  <a:pt x="37920" y="1196"/>
                  <a:pt x="37231" y="862"/>
                  <a:pt x="36474" y="862"/>
                </a:cubicBezTo>
                <a:cubicBezTo>
                  <a:pt x="36323" y="862"/>
                  <a:pt x="36169" y="875"/>
                  <a:pt x="36011" y="907"/>
                </a:cubicBezTo>
                <a:cubicBezTo>
                  <a:pt x="35254" y="1058"/>
                  <a:pt x="34553" y="1106"/>
                  <a:pt x="33810" y="1106"/>
                </a:cubicBezTo>
                <a:cubicBezTo>
                  <a:pt x="33564" y="1106"/>
                  <a:pt x="33314" y="1101"/>
                  <a:pt x="33055" y="1092"/>
                </a:cubicBezTo>
                <a:cubicBezTo>
                  <a:pt x="28890" y="941"/>
                  <a:pt x="24758" y="521"/>
                  <a:pt x="20576" y="521"/>
                </a:cubicBezTo>
                <a:cubicBezTo>
                  <a:pt x="16377" y="537"/>
                  <a:pt x="11892" y="689"/>
                  <a:pt x="7760" y="1545"/>
                </a:cubicBezTo>
                <a:cubicBezTo>
                  <a:pt x="6031" y="1899"/>
                  <a:pt x="4284" y="2251"/>
                  <a:pt x="2537" y="2519"/>
                </a:cubicBezTo>
                <a:cubicBezTo>
                  <a:pt x="1916" y="2606"/>
                  <a:pt x="1034" y="2879"/>
                  <a:pt x="330" y="2879"/>
                </a:cubicBezTo>
                <a:cubicBezTo>
                  <a:pt x="215" y="2879"/>
                  <a:pt x="104" y="2872"/>
                  <a:pt x="0" y="2855"/>
                </a:cubicBezTo>
                <a:lnTo>
                  <a:pt x="0" y="2855"/>
                </a:lnTo>
                <a:lnTo>
                  <a:pt x="4922" y="34734"/>
                </a:lnTo>
                <a:cubicBezTo>
                  <a:pt x="8465" y="34618"/>
                  <a:pt x="12261" y="33878"/>
                  <a:pt x="15419" y="32199"/>
                </a:cubicBezTo>
                <a:cubicBezTo>
                  <a:pt x="16427" y="31661"/>
                  <a:pt x="17486" y="31057"/>
                  <a:pt x="18426" y="30401"/>
                </a:cubicBezTo>
                <a:cubicBezTo>
                  <a:pt x="19551" y="29612"/>
                  <a:pt x="20223" y="28419"/>
                  <a:pt x="21298" y="27579"/>
                </a:cubicBezTo>
                <a:cubicBezTo>
                  <a:pt x="23633" y="25765"/>
                  <a:pt x="26052" y="24186"/>
                  <a:pt x="28990" y="23599"/>
                </a:cubicBezTo>
                <a:cubicBezTo>
                  <a:pt x="31090" y="23179"/>
                  <a:pt x="33173" y="22692"/>
                  <a:pt x="34987" y="21432"/>
                </a:cubicBezTo>
                <a:cubicBezTo>
                  <a:pt x="37574" y="19651"/>
                  <a:pt x="39119" y="16830"/>
                  <a:pt x="41722" y="15184"/>
                </a:cubicBezTo>
                <a:cubicBezTo>
                  <a:pt x="42344" y="14781"/>
                  <a:pt x="42729" y="14747"/>
                  <a:pt x="43452" y="14747"/>
                </a:cubicBezTo>
                <a:cubicBezTo>
                  <a:pt x="43502" y="14747"/>
                  <a:pt x="43551" y="14746"/>
                  <a:pt x="43600" y="14746"/>
                </a:cubicBezTo>
                <a:cubicBezTo>
                  <a:pt x="45447" y="14746"/>
                  <a:pt x="47264" y="15033"/>
                  <a:pt x="49129" y="15033"/>
                </a:cubicBezTo>
                <a:cubicBezTo>
                  <a:pt x="49235" y="15032"/>
                  <a:pt x="49340" y="15032"/>
                  <a:pt x="49445" y="15032"/>
                </a:cubicBezTo>
                <a:cubicBezTo>
                  <a:pt x="54920" y="15032"/>
                  <a:pt x="60272" y="16228"/>
                  <a:pt x="65748" y="16228"/>
                </a:cubicBezTo>
                <a:cubicBezTo>
                  <a:pt x="66143" y="16228"/>
                  <a:pt x="66538" y="16222"/>
                  <a:pt x="66933" y="16209"/>
                </a:cubicBezTo>
                <a:cubicBezTo>
                  <a:pt x="69016" y="16142"/>
                  <a:pt x="71249" y="15974"/>
                  <a:pt x="73298" y="15553"/>
                </a:cubicBezTo>
                <a:cubicBezTo>
                  <a:pt x="74205" y="15369"/>
                  <a:pt x="75063" y="15033"/>
                  <a:pt x="75919" y="14731"/>
                </a:cubicBezTo>
                <a:cubicBezTo>
                  <a:pt x="76859" y="14411"/>
                  <a:pt x="77884" y="14294"/>
                  <a:pt x="78740" y="13824"/>
                </a:cubicBezTo>
                <a:cubicBezTo>
                  <a:pt x="79732" y="13286"/>
                  <a:pt x="80269" y="12984"/>
                  <a:pt x="80269" y="11858"/>
                </a:cubicBezTo>
                <a:cubicBezTo>
                  <a:pt x="80269" y="11220"/>
                  <a:pt x="80135" y="10633"/>
                  <a:pt x="80588" y="10078"/>
                </a:cubicBezTo>
                <a:cubicBezTo>
                  <a:pt x="81008" y="9558"/>
                  <a:pt x="81680" y="9457"/>
                  <a:pt x="82285" y="9238"/>
                </a:cubicBezTo>
                <a:cubicBezTo>
                  <a:pt x="83578" y="8768"/>
                  <a:pt x="84854" y="8499"/>
                  <a:pt x="86182" y="8214"/>
                </a:cubicBezTo>
                <a:cubicBezTo>
                  <a:pt x="86937" y="8062"/>
                  <a:pt x="87642" y="7576"/>
                  <a:pt x="88314" y="7206"/>
                </a:cubicBezTo>
                <a:cubicBezTo>
                  <a:pt x="88717" y="6971"/>
                  <a:pt x="89120" y="6752"/>
                  <a:pt x="89541" y="6534"/>
                </a:cubicBezTo>
                <a:cubicBezTo>
                  <a:pt x="90766" y="5863"/>
                  <a:pt x="91993" y="5173"/>
                  <a:pt x="93202" y="4468"/>
                </a:cubicBezTo>
                <a:cubicBezTo>
                  <a:pt x="94260" y="3830"/>
                  <a:pt x="95420" y="3142"/>
                  <a:pt x="96376" y="2369"/>
                </a:cubicBezTo>
                <a:cubicBezTo>
                  <a:pt x="96830" y="1999"/>
                  <a:pt x="97149" y="1496"/>
                  <a:pt x="97586" y="1126"/>
                </a:cubicBezTo>
                <a:lnTo>
                  <a:pt x="97586" y="1126"/>
                </a:lnTo>
                <a:cubicBezTo>
                  <a:pt x="97210" y="1176"/>
                  <a:pt x="96823" y="1189"/>
                  <a:pt x="96435" y="1189"/>
                </a:cubicBezTo>
                <a:cubicBezTo>
                  <a:pt x="96042" y="1189"/>
                  <a:pt x="95648" y="1176"/>
                  <a:pt x="95268" y="1176"/>
                </a:cubicBezTo>
                <a:cubicBezTo>
                  <a:pt x="93701" y="1176"/>
                  <a:pt x="92124" y="1205"/>
                  <a:pt x="90552" y="1205"/>
                </a:cubicBezTo>
                <a:cubicBezTo>
                  <a:pt x="90035" y="1205"/>
                  <a:pt x="89519" y="1202"/>
                  <a:pt x="89003" y="1193"/>
                </a:cubicBezTo>
                <a:cubicBezTo>
                  <a:pt x="86921" y="1142"/>
                  <a:pt x="84854" y="907"/>
                  <a:pt x="82771" y="857"/>
                </a:cubicBezTo>
                <a:cubicBezTo>
                  <a:pt x="82663" y="856"/>
                  <a:pt x="82555" y="855"/>
                  <a:pt x="82448" y="855"/>
                </a:cubicBezTo>
                <a:cubicBezTo>
                  <a:pt x="80397" y="855"/>
                  <a:pt x="78415" y="1145"/>
                  <a:pt x="76373" y="1193"/>
                </a:cubicBezTo>
                <a:cubicBezTo>
                  <a:pt x="76192" y="1198"/>
                  <a:pt x="76012" y="1201"/>
                  <a:pt x="75831" y="1201"/>
                </a:cubicBezTo>
                <a:cubicBezTo>
                  <a:pt x="72462" y="1201"/>
                  <a:pt x="69189" y="350"/>
                  <a:pt x="65841" y="286"/>
                </a:cubicBezTo>
                <a:cubicBezTo>
                  <a:pt x="65674" y="282"/>
                  <a:pt x="65507" y="281"/>
                  <a:pt x="65339" y="281"/>
                </a:cubicBezTo>
                <a:cubicBezTo>
                  <a:pt x="64343" y="281"/>
                  <a:pt x="63339" y="339"/>
                  <a:pt x="62334" y="339"/>
                </a:cubicBezTo>
                <a:cubicBezTo>
                  <a:pt x="62031" y="339"/>
                  <a:pt x="61728" y="334"/>
                  <a:pt x="61424" y="320"/>
                </a:cubicBezTo>
                <a:cubicBezTo>
                  <a:pt x="60332" y="269"/>
                  <a:pt x="59274" y="0"/>
                  <a:pt x="581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6"/>
          <p:cNvSpPr/>
          <p:nvPr/>
        </p:nvSpPr>
        <p:spPr>
          <a:xfrm flipH="1">
            <a:off x="7868353" y="472918"/>
            <a:ext cx="316227" cy="188702"/>
          </a:xfrm>
          <a:custGeom>
            <a:avLst/>
            <a:gdLst/>
            <a:ahLst/>
            <a:cxnLst/>
            <a:rect l="l" t="t" r="r" b="b"/>
            <a:pathLst>
              <a:path w="11372" h="6786" extrusionOk="0">
                <a:moveTo>
                  <a:pt x="5520" y="1"/>
                </a:moveTo>
                <a:cubicBezTo>
                  <a:pt x="5085" y="1"/>
                  <a:pt x="4647" y="49"/>
                  <a:pt x="4217" y="134"/>
                </a:cubicBezTo>
                <a:cubicBezTo>
                  <a:pt x="2822" y="420"/>
                  <a:pt x="1680" y="1108"/>
                  <a:pt x="925" y="2317"/>
                </a:cubicBezTo>
                <a:cubicBezTo>
                  <a:pt x="370" y="3208"/>
                  <a:pt x="0" y="4451"/>
                  <a:pt x="522" y="5441"/>
                </a:cubicBezTo>
                <a:cubicBezTo>
                  <a:pt x="757" y="5911"/>
                  <a:pt x="1176" y="6214"/>
                  <a:pt x="1664" y="6399"/>
                </a:cubicBezTo>
                <a:cubicBezTo>
                  <a:pt x="2420" y="6693"/>
                  <a:pt x="3293" y="6785"/>
                  <a:pt x="4175" y="6785"/>
                </a:cubicBezTo>
                <a:cubicBezTo>
                  <a:pt x="5057" y="6785"/>
                  <a:pt x="5947" y="6693"/>
                  <a:pt x="6736" y="6617"/>
                </a:cubicBezTo>
                <a:cubicBezTo>
                  <a:pt x="7912" y="6516"/>
                  <a:pt x="9759" y="6483"/>
                  <a:pt x="10666" y="5576"/>
                </a:cubicBezTo>
                <a:cubicBezTo>
                  <a:pt x="11372" y="4836"/>
                  <a:pt x="11220" y="3745"/>
                  <a:pt x="10700" y="2955"/>
                </a:cubicBezTo>
                <a:cubicBezTo>
                  <a:pt x="10062" y="1999"/>
                  <a:pt x="8785" y="1007"/>
                  <a:pt x="7760" y="503"/>
                </a:cubicBezTo>
                <a:cubicBezTo>
                  <a:pt x="7052" y="150"/>
                  <a:pt x="6289" y="1"/>
                  <a:pt x="55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60"/>
        <p:cNvGrpSpPr/>
        <p:nvPr/>
      </p:nvGrpSpPr>
      <p:grpSpPr>
        <a:xfrm>
          <a:off x="0" y="0"/>
          <a:ext cx="0" cy="0"/>
          <a:chOff x="0" y="0"/>
          <a:chExt cx="0" cy="0"/>
        </a:xfrm>
      </p:grpSpPr>
      <p:sp>
        <p:nvSpPr>
          <p:cNvPr id="261" name="Google Shape;261;p27"/>
          <p:cNvSpPr/>
          <p:nvPr/>
        </p:nvSpPr>
        <p:spPr>
          <a:xfrm>
            <a:off x="5890350" y="2982139"/>
            <a:ext cx="3053834" cy="2427621"/>
          </a:xfrm>
          <a:custGeom>
            <a:avLst/>
            <a:gdLst/>
            <a:ahLst/>
            <a:cxnLst/>
            <a:rect l="l" t="t" r="r" b="b"/>
            <a:pathLst>
              <a:path w="86517" h="68776" extrusionOk="0">
                <a:moveTo>
                  <a:pt x="81885" y="1"/>
                </a:moveTo>
                <a:cubicBezTo>
                  <a:pt x="81261" y="1"/>
                  <a:pt x="80589" y="185"/>
                  <a:pt x="80050" y="308"/>
                </a:cubicBezTo>
                <a:cubicBezTo>
                  <a:pt x="77766" y="863"/>
                  <a:pt x="75498" y="1501"/>
                  <a:pt x="73265" y="2189"/>
                </a:cubicBezTo>
                <a:cubicBezTo>
                  <a:pt x="71451" y="2760"/>
                  <a:pt x="69704" y="3550"/>
                  <a:pt x="67839" y="3987"/>
                </a:cubicBezTo>
                <a:cubicBezTo>
                  <a:pt x="66697" y="4256"/>
                  <a:pt x="65521" y="4424"/>
                  <a:pt x="64446" y="4910"/>
                </a:cubicBezTo>
                <a:cubicBezTo>
                  <a:pt x="63724" y="5246"/>
                  <a:pt x="63053" y="5683"/>
                  <a:pt x="62414" y="6137"/>
                </a:cubicBezTo>
                <a:cubicBezTo>
                  <a:pt x="61288" y="6959"/>
                  <a:pt x="60096" y="7732"/>
                  <a:pt x="59593" y="9042"/>
                </a:cubicBezTo>
                <a:cubicBezTo>
                  <a:pt x="58836" y="11108"/>
                  <a:pt x="57728" y="12804"/>
                  <a:pt x="56485" y="14618"/>
                </a:cubicBezTo>
                <a:cubicBezTo>
                  <a:pt x="54655" y="17306"/>
                  <a:pt x="52957" y="20060"/>
                  <a:pt x="50691" y="22395"/>
                </a:cubicBezTo>
                <a:cubicBezTo>
                  <a:pt x="48843" y="24293"/>
                  <a:pt x="46895" y="26073"/>
                  <a:pt x="44946" y="27854"/>
                </a:cubicBezTo>
                <a:cubicBezTo>
                  <a:pt x="43468" y="29215"/>
                  <a:pt x="42174" y="30810"/>
                  <a:pt x="40915" y="32372"/>
                </a:cubicBezTo>
                <a:cubicBezTo>
                  <a:pt x="39471" y="34153"/>
                  <a:pt x="37993" y="35882"/>
                  <a:pt x="36564" y="37662"/>
                </a:cubicBezTo>
                <a:cubicBezTo>
                  <a:pt x="36296" y="37998"/>
                  <a:pt x="36027" y="38334"/>
                  <a:pt x="35691" y="38621"/>
                </a:cubicBezTo>
                <a:cubicBezTo>
                  <a:pt x="35171" y="39057"/>
                  <a:pt x="34533" y="39342"/>
                  <a:pt x="33995" y="39763"/>
                </a:cubicBezTo>
                <a:cubicBezTo>
                  <a:pt x="32231" y="41174"/>
                  <a:pt x="30838" y="43290"/>
                  <a:pt x="29528" y="45104"/>
                </a:cubicBezTo>
                <a:cubicBezTo>
                  <a:pt x="28150" y="47019"/>
                  <a:pt x="26538" y="49185"/>
                  <a:pt x="24623" y="50596"/>
                </a:cubicBezTo>
                <a:cubicBezTo>
                  <a:pt x="23296" y="51570"/>
                  <a:pt x="21717" y="52225"/>
                  <a:pt x="20104" y="52528"/>
                </a:cubicBezTo>
                <a:cubicBezTo>
                  <a:pt x="18861" y="52745"/>
                  <a:pt x="16964" y="52595"/>
                  <a:pt x="15889" y="53368"/>
                </a:cubicBezTo>
                <a:cubicBezTo>
                  <a:pt x="15133" y="53905"/>
                  <a:pt x="14830" y="55014"/>
                  <a:pt x="14310" y="55735"/>
                </a:cubicBezTo>
                <a:cubicBezTo>
                  <a:pt x="13520" y="56844"/>
                  <a:pt x="12396" y="57818"/>
                  <a:pt x="11388" y="58725"/>
                </a:cubicBezTo>
                <a:cubicBezTo>
                  <a:pt x="10111" y="59884"/>
                  <a:pt x="8868" y="61094"/>
                  <a:pt x="7474" y="62118"/>
                </a:cubicBezTo>
                <a:cubicBezTo>
                  <a:pt x="5845" y="63344"/>
                  <a:pt x="4249" y="64604"/>
                  <a:pt x="2636" y="65864"/>
                </a:cubicBezTo>
                <a:cubicBezTo>
                  <a:pt x="1998" y="66368"/>
                  <a:pt x="302" y="67358"/>
                  <a:pt x="0" y="68097"/>
                </a:cubicBezTo>
                <a:cubicBezTo>
                  <a:pt x="271" y="68203"/>
                  <a:pt x="602" y="68233"/>
                  <a:pt x="949" y="68233"/>
                </a:cubicBezTo>
                <a:cubicBezTo>
                  <a:pt x="1417" y="68233"/>
                  <a:pt x="1913" y="68178"/>
                  <a:pt x="2330" y="68178"/>
                </a:cubicBezTo>
                <a:cubicBezTo>
                  <a:pt x="2389" y="68178"/>
                  <a:pt x="2446" y="68179"/>
                  <a:pt x="2502" y="68182"/>
                </a:cubicBezTo>
                <a:cubicBezTo>
                  <a:pt x="4585" y="68299"/>
                  <a:pt x="6685" y="68433"/>
                  <a:pt x="8750" y="68601"/>
                </a:cubicBezTo>
                <a:cubicBezTo>
                  <a:pt x="10421" y="68740"/>
                  <a:pt x="12100" y="68776"/>
                  <a:pt x="13778" y="68776"/>
                </a:cubicBezTo>
                <a:cubicBezTo>
                  <a:pt x="15560" y="68776"/>
                  <a:pt x="17341" y="68735"/>
                  <a:pt x="19114" y="68735"/>
                </a:cubicBezTo>
                <a:lnTo>
                  <a:pt x="24035" y="68735"/>
                </a:lnTo>
                <a:cubicBezTo>
                  <a:pt x="24193" y="68738"/>
                  <a:pt x="24353" y="68740"/>
                  <a:pt x="24514" y="68740"/>
                </a:cubicBezTo>
                <a:cubicBezTo>
                  <a:pt x="25381" y="68740"/>
                  <a:pt x="26277" y="68674"/>
                  <a:pt x="27042" y="68249"/>
                </a:cubicBezTo>
                <a:cubicBezTo>
                  <a:pt x="27427" y="68047"/>
                  <a:pt x="27714" y="67694"/>
                  <a:pt x="28133" y="67593"/>
                </a:cubicBezTo>
                <a:cubicBezTo>
                  <a:pt x="28256" y="67564"/>
                  <a:pt x="28391" y="67553"/>
                  <a:pt x="28530" y="67553"/>
                </a:cubicBezTo>
                <a:cubicBezTo>
                  <a:pt x="28868" y="67553"/>
                  <a:pt x="29235" y="67615"/>
                  <a:pt x="29544" y="67627"/>
                </a:cubicBezTo>
                <a:cubicBezTo>
                  <a:pt x="32142" y="67723"/>
                  <a:pt x="34756" y="67881"/>
                  <a:pt x="37369" y="67881"/>
                </a:cubicBezTo>
                <a:cubicBezTo>
                  <a:pt x="37493" y="67881"/>
                  <a:pt x="37617" y="67880"/>
                  <a:pt x="37740" y="67879"/>
                </a:cubicBezTo>
                <a:cubicBezTo>
                  <a:pt x="38512" y="67879"/>
                  <a:pt x="39668" y="68037"/>
                  <a:pt x="40713" y="68037"/>
                </a:cubicBezTo>
                <a:cubicBezTo>
                  <a:pt x="41305" y="68037"/>
                  <a:pt x="41861" y="67986"/>
                  <a:pt x="42293" y="67828"/>
                </a:cubicBezTo>
                <a:cubicBezTo>
                  <a:pt x="42208" y="66838"/>
                  <a:pt x="42678" y="65578"/>
                  <a:pt x="43014" y="64655"/>
                </a:cubicBezTo>
                <a:cubicBezTo>
                  <a:pt x="43905" y="62337"/>
                  <a:pt x="45030" y="60153"/>
                  <a:pt x="45988" y="57851"/>
                </a:cubicBezTo>
                <a:cubicBezTo>
                  <a:pt x="46877" y="55735"/>
                  <a:pt x="47448" y="53518"/>
                  <a:pt x="48070" y="51285"/>
                </a:cubicBezTo>
                <a:cubicBezTo>
                  <a:pt x="48507" y="49706"/>
                  <a:pt x="48994" y="48127"/>
                  <a:pt x="49531" y="46564"/>
                </a:cubicBezTo>
                <a:cubicBezTo>
                  <a:pt x="50035" y="45003"/>
                  <a:pt x="50505" y="43424"/>
                  <a:pt x="50926" y="41828"/>
                </a:cubicBezTo>
                <a:cubicBezTo>
                  <a:pt x="51782" y="39577"/>
                  <a:pt x="53092" y="37613"/>
                  <a:pt x="54469" y="35664"/>
                </a:cubicBezTo>
                <a:cubicBezTo>
                  <a:pt x="57224" y="31717"/>
                  <a:pt x="60079" y="28207"/>
                  <a:pt x="63741" y="25049"/>
                </a:cubicBezTo>
                <a:cubicBezTo>
                  <a:pt x="65236" y="23739"/>
                  <a:pt x="66781" y="22496"/>
                  <a:pt x="68208" y="21119"/>
                </a:cubicBezTo>
                <a:cubicBezTo>
                  <a:pt x="69670" y="19708"/>
                  <a:pt x="70913" y="18045"/>
                  <a:pt x="72458" y="16718"/>
                </a:cubicBezTo>
                <a:cubicBezTo>
                  <a:pt x="73650" y="15693"/>
                  <a:pt x="75011" y="14972"/>
                  <a:pt x="76203" y="13964"/>
                </a:cubicBezTo>
                <a:cubicBezTo>
                  <a:pt x="77092" y="13231"/>
                  <a:pt x="77533" y="12831"/>
                  <a:pt x="78558" y="12831"/>
                </a:cubicBezTo>
                <a:cubicBezTo>
                  <a:pt x="78637" y="12831"/>
                  <a:pt x="78720" y="12833"/>
                  <a:pt x="78807" y="12838"/>
                </a:cubicBezTo>
                <a:cubicBezTo>
                  <a:pt x="79999" y="12889"/>
                  <a:pt x="81175" y="13006"/>
                  <a:pt x="82335" y="13275"/>
                </a:cubicBezTo>
                <a:cubicBezTo>
                  <a:pt x="83594" y="13594"/>
                  <a:pt x="84820" y="14233"/>
                  <a:pt x="85979" y="14804"/>
                </a:cubicBezTo>
                <a:cubicBezTo>
                  <a:pt x="86180" y="14904"/>
                  <a:pt x="86366" y="14954"/>
                  <a:pt x="86516" y="15106"/>
                </a:cubicBezTo>
                <a:cubicBezTo>
                  <a:pt x="86113" y="14047"/>
                  <a:pt x="85459" y="13090"/>
                  <a:pt x="85089" y="12015"/>
                </a:cubicBezTo>
                <a:cubicBezTo>
                  <a:pt x="84720" y="10941"/>
                  <a:pt x="84836" y="9731"/>
                  <a:pt x="84534" y="8605"/>
                </a:cubicBezTo>
                <a:cubicBezTo>
                  <a:pt x="84384" y="8001"/>
                  <a:pt x="84048" y="7429"/>
                  <a:pt x="83846" y="6825"/>
                </a:cubicBezTo>
                <a:cubicBezTo>
                  <a:pt x="83544" y="5935"/>
                  <a:pt x="83443" y="5028"/>
                  <a:pt x="83157" y="4121"/>
                </a:cubicBezTo>
                <a:cubicBezTo>
                  <a:pt x="82888" y="3264"/>
                  <a:pt x="82586" y="2525"/>
                  <a:pt x="82552" y="1618"/>
                </a:cubicBezTo>
                <a:cubicBezTo>
                  <a:pt x="82536" y="1148"/>
                  <a:pt x="82704" y="543"/>
                  <a:pt x="82552" y="90"/>
                </a:cubicBezTo>
                <a:cubicBezTo>
                  <a:pt x="82343" y="26"/>
                  <a:pt x="82117" y="1"/>
                  <a:pt x="81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p:cNvSpPr/>
          <p:nvPr/>
        </p:nvSpPr>
        <p:spPr>
          <a:xfrm>
            <a:off x="6830578" y="2696450"/>
            <a:ext cx="2782325" cy="2854191"/>
          </a:xfrm>
          <a:custGeom>
            <a:avLst/>
            <a:gdLst/>
            <a:ahLst/>
            <a:cxnLst/>
            <a:rect l="l" t="t" r="r" b="b"/>
            <a:pathLst>
              <a:path w="78825" h="80861" extrusionOk="0">
                <a:moveTo>
                  <a:pt x="60247" y="0"/>
                </a:moveTo>
                <a:cubicBezTo>
                  <a:pt x="59916" y="0"/>
                  <a:pt x="59346" y="417"/>
                  <a:pt x="59123" y="608"/>
                </a:cubicBezTo>
                <a:cubicBezTo>
                  <a:pt x="58669" y="978"/>
                  <a:pt x="58317" y="1365"/>
                  <a:pt x="57813" y="1667"/>
                </a:cubicBezTo>
                <a:cubicBezTo>
                  <a:pt x="57208" y="2053"/>
                  <a:pt x="56973" y="2019"/>
                  <a:pt x="56234" y="2087"/>
                </a:cubicBezTo>
                <a:cubicBezTo>
                  <a:pt x="56032" y="2120"/>
                  <a:pt x="55847" y="2154"/>
                  <a:pt x="55663" y="2187"/>
                </a:cubicBezTo>
                <a:cubicBezTo>
                  <a:pt x="54924" y="2355"/>
                  <a:pt x="54386" y="2691"/>
                  <a:pt x="53715" y="3213"/>
                </a:cubicBezTo>
                <a:cubicBezTo>
                  <a:pt x="52337" y="4287"/>
                  <a:pt x="50640" y="4337"/>
                  <a:pt x="49348" y="5412"/>
                </a:cubicBezTo>
                <a:cubicBezTo>
                  <a:pt x="48676" y="5950"/>
                  <a:pt x="48087" y="6572"/>
                  <a:pt x="47534" y="7226"/>
                </a:cubicBezTo>
                <a:cubicBezTo>
                  <a:pt x="44275" y="11123"/>
                  <a:pt x="41017" y="15272"/>
                  <a:pt x="38379" y="19622"/>
                </a:cubicBezTo>
                <a:cubicBezTo>
                  <a:pt x="35658" y="24107"/>
                  <a:pt x="32836" y="28541"/>
                  <a:pt x="30166" y="33059"/>
                </a:cubicBezTo>
                <a:cubicBezTo>
                  <a:pt x="27916" y="36872"/>
                  <a:pt x="24624" y="40063"/>
                  <a:pt x="21063" y="42683"/>
                </a:cubicBezTo>
                <a:cubicBezTo>
                  <a:pt x="17603" y="45236"/>
                  <a:pt x="13673" y="47185"/>
                  <a:pt x="10985" y="50627"/>
                </a:cubicBezTo>
                <a:cubicBezTo>
                  <a:pt x="9507" y="52542"/>
                  <a:pt x="8869" y="54927"/>
                  <a:pt x="8146" y="57195"/>
                </a:cubicBezTo>
                <a:cubicBezTo>
                  <a:pt x="6988" y="60823"/>
                  <a:pt x="5727" y="64501"/>
                  <a:pt x="4115" y="67945"/>
                </a:cubicBezTo>
                <a:cubicBezTo>
                  <a:pt x="3225" y="69842"/>
                  <a:pt x="1965" y="71555"/>
                  <a:pt x="1143" y="73454"/>
                </a:cubicBezTo>
                <a:cubicBezTo>
                  <a:pt x="823" y="74159"/>
                  <a:pt x="554" y="74898"/>
                  <a:pt x="353" y="75638"/>
                </a:cubicBezTo>
                <a:cubicBezTo>
                  <a:pt x="252" y="75990"/>
                  <a:pt x="1" y="76460"/>
                  <a:pt x="34" y="76796"/>
                </a:cubicBezTo>
                <a:cubicBezTo>
                  <a:pt x="150" y="76830"/>
                  <a:pt x="261" y="76840"/>
                  <a:pt x="370" y="76840"/>
                </a:cubicBezTo>
                <a:cubicBezTo>
                  <a:pt x="499" y="76840"/>
                  <a:pt x="626" y="76827"/>
                  <a:pt x="759" y="76827"/>
                </a:cubicBezTo>
                <a:cubicBezTo>
                  <a:pt x="791" y="76827"/>
                  <a:pt x="824" y="76827"/>
                  <a:pt x="857" y="76829"/>
                </a:cubicBezTo>
                <a:cubicBezTo>
                  <a:pt x="2251" y="76847"/>
                  <a:pt x="3662" y="77149"/>
                  <a:pt x="5039" y="77266"/>
                </a:cubicBezTo>
                <a:cubicBezTo>
                  <a:pt x="9456" y="77669"/>
                  <a:pt x="13841" y="78056"/>
                  <a:pt x="18257" y="78392"/>
                </a:cubicBezTo>
                <a:cubicBezTo>
                  <a:pt x="23766" y="78811"/>
                  <a:pt x="29309" y="79030"/>
                  <a:pt x="34836" y="79382"/>
                </a:cubicBezTo>
                <a:cubicBezTo>
                  <a:pt x="38968" y="79651"/>
                  <a:pt x="43149" y="79971"/>
                  <a:pt x="47298" y="80038"/>
                </a:cubicBezTo>
                <a:cubicBezTo>
                  <a:pt x="50439" y="80088"/>
                  <a:pt x="53547" y="80038"/>
                  <a:pt x="56687" y="80256"/>
                </a:cubicBezTo>
                <a:cubicBezTo>
                  <a:pt x="57309" y="80297"/>
                  <a:pt x="57930" y="80305"/>
                  <a:pt x="58549" y="80305"/>
                </a:cubicBezTo>
                <a:cubicBezTo>
                  <a:pt x="58995" y="80305"/>
                  <a:pt x="59440" y="80301"/>
                  <a:pt x="59886" y="80301"/>
                </a:cubicBezTo>
                <a:cubicBezTo>
                  <a:pt x="60610" y="80301"/>
                  <a:pt x="61334" y="80313"/>
                  <a:pt x="62062" y="80374"/>
                </a:cubicBezTo>
                <a:cubicBezTo>
                  <a:pt x="63394" y="80484"/>
                  <a:pt x="64697" y="80610"/>
                  <a:pt x="66042" y="80610"/>
                </a:cubicBezTo>
                <a:cubicBezTo>
                  <a:pt x="66120" y="80610"/>
                  <a:pt x="66199" y="80610"/>
                  <a:pt x="66278" y="80609"/>
                </a:cubicBezTo>
                <a:cubicBezTo>
                  <a:pt x="67969" y="80599"/>
                  <a:pt x="69675" y="80546"/>
                  <a:pt x="71377" y="80546"/>
                </a:cubicBezTo>
                <a:cubicBezTo>
                  <a:pt x="72650" y="80546"/>
                  <a:pt x="73921" y="80576"/>
                  <a:pt x="75180" y="80676"/>
                </a:cubicBezTo>
                <a:cubicBezTo>
                  <a:pt x="76405" y="80760"/>
                  <a:pt x="77615" y="80827"/>
                  <a:pt x="78824" y="80860"/>
                </a:cubicBezTo>
                <a:lnTo>
                  <a:pt x="78824" y="80860"/>
                </a:lnTo>
                <a:cubicBezTo>
                  <a:pt x="78757" y="80857"/>
                  <a:pt x="78522" y="78358"/>
                  <a:pt x="78506" y="78224"/>
                </a:cubicBezTo>
                <a:cubicBezTo>
                  <a:pt x="78069" y="74713"/>
                  <a:pt x="77648" y="71203"/>
                  <a:pt x="77229" y="67692"/>
                </a:cubicBezTo>
                <a:cubicBezTo>
                  <a:pt x="76591" y="62436"/>
                  <a:pt x="75953" y="57178"/>
                  <a:pt x="75314" y="51937"/>
                </a:cubicBezTo>
                <a:cubicBezTo>
                  <a:pt x="74575" y="45958"/>
                  <a:pt x="73852" y="39979"/>
                  <a:pt x="73131" y="33999"/>
                </a:cubicBezTo>
                <a:cubicBezTo>
                  <a:pt x="72728" y="30640"/>
                  <a:pt x="72307" y="27298"/>
                  <a:pt x="71904" y="23939"/>
                </a:cubicBezTo>
                <a:cubicBezTo>
                  <a:pt x="71754" y="22645"/>
                  <a:pt x="71754" y="21285"/>
                  <a:pt x="71149" y="20109"/>
                </a:cubicBezTo>
                <a:cubicBezTo>
                  <a:pt x="70661" y="19151"/>
                  <a:pt x="70292" y="17640"/>
                  <a:pt x="69485" y="16901"/>
                </a:cubicBezTo>
                <a:cubicBezTo>
                  <a:pt x="69116" y="16565"/>
                  <a:pt x="68612" y="16531"/>
                  <a:pt x="68276" y="16128"/>
                </a:cubicBezTo>
                <a:cubicBezTo>
                  <a:pt x="67387" y="15104"/>
                  <a:pt x="67084" y="13474"/>
                  <a:pt x="66950" y="12182"/>
                </a:cubicBezTo>
                <a:cubicBezTo>
                  <a:pt x="66798" y="10737"/>
                  <a:pt x="66110" y="8755"/>
                  <a:pt x="65170" y="7647"/>
                </a:cubicBezTo>
                <a:cubicBezTo>
                  <a:pt x="64263" y="6605"/>
                  <a:pt x="63322" y="5714"/>
                  <a:pt x="62583" y="4523"/>
                </a:cubicBezTo>
                <a:cubicBezTo>
                  <a:pt x="61945" y="3464"/>
                  <a:pt x="61490" y="2322"/>
                  <a:pt x="61020" y="1197"/>
                </a:cubicBezTo>
                <a:cubicBezTo>
                  <a:pt x="60870" y="827"/>
                  <a:pt x="60751" y="71"/>
                  <a:pt x="60299" y="4"/>
                </a:cubicBezTo>
                <a:cubicBezTo>
                  <a:pt x="60282" y="1"/>
                  <a:pt x="60265" y="0"/>
                  <a:pt x="60247" y="0"/>
                </a:cubicBezTo>
                <a:close/>
                <a:moveTo>
                  <a:pt x="78824" y="80860"/>
                </a:moveTo>
                <a:cubicBezTo>
                  <a:pt x="78824" y="80860"/>
                  <a:pt x="78824" y="80860"/>
                  <a:pt x="78824" y="80860"/>
                </a:cubicBezTo>
                <a:cubicBezTo>
                  <a:pt x="78824" y="80860"/>
                  <a:pt x="78824" y="80860"/>
                  <a:pt x="78824" y="8086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7"/>
          <p:cNvSpPr/>
          <p:nvPr/>
        </p:nvSpPr>
        <p:spPr>
          <a:xfrm>
            <a:off x="8073756" y="3773166"/>
            <a:ext cx="1348823" cy="1770311"/>
          </a:xfrm>
          <a:custGeom>
            <a:avLst/>
            <a:gdLst/>
            <a:ahLst/>
            <a:cxnLst/>
            <a:rect l="l" t="t" r="r" b="b"/>
            <a:pathLst>
              <a:path w="38213" h="50154" extrusionOk="0">
                <a:moveTo>
                  <a:pt x="38212" y="1"/>
                </a:moveTo>
                <a:cubicBezTo>
                  <a:pt x="37406" y="404"/>
                  <a:pt x="36549" y="740"/>
                  <a:pt x="35944" y="1395"/>
                </a:cubicBezTo>
                <a:cubicBezTo>
                  <a:pt x="35474" y="1882"/>
                  <a:pt x="35122" y="2470"/>
                  <a:pt x="34618" y="2957"/>
                </a:cubicBezTo>
                <a:cubicBezTo>
                  <a:pt x="32719" y="4855"/>
                  <a:pt x="30670" y="6636"/>
                  <a:pt x="28688" y="8416"/>
                </a:cubicBezTo>
                <a:cubicBezTo>
                  <a:pt x="26673" y="10213"/>
                  <a:pt x="25145" y="12430"/>
                  <a:pt x="23347" y="14429"/>
                </a:cubicBezTo>
                <a:cubicBezTo>
                  <a:pt x="21987" y="15957"/>
                  <a:pt x="20845" y="17587"/>
                  <a:pt x="19602" y="19199"/>
                </a:cubicBezTo>
                <a:cubicBezTo>
                  <a:pt x="18375" y="20794"/>
                  <a:pt x="16964" y="22055"/>
                  <a:pt x="16192" y="23936"/>
                </a:cubicBezTo>
                <a:cubicBezTo>
                  <a:pt x="15520" y="25564"/>
                  <a:pt x="15269" y="27261"/>
                  <a:pt x="15083" y="29008"/>
                </a:cubicBezTo>
                <a:cubicBezTo>
                  <a:pt x="14915" y="30553"/>
                  <a:pt x="15184" y="31998"/>
                  <a:pt x="14411" y="33425"/>
                </a:cubicBezTo>
                <a:cubicBezTo>
                  <a:pt x="13556" y="34988"/>
                  <a:pt x="12026" y="35978"/>
                  <a:pt x="10835" y="37254"/>
                </a:cubicBezTo>
                <a:cubicBezTo>
                  <a:pt x="9121" y="39102"/>
                  <a:pt x="7323" y="40833"/>
                  <a:pt x="5610" y="42663"/>
                </a:cubicBezTo>
                <a:cubicBezTo>
                  <a:pt x="4031" y="44376"/>
                  <a:pt x="2101" y="45905"/>
                  <a:pt x="706" y="47769"/>
                </a:cubicBezTo>
                <a:cubicBezTo>
                  <a:pt x="370" y="48223"/>
                  <a:pt x="0" y="48609"/>
                  <a:pt x="471" y="48996"/>
                </a:cubicBezTo>
                <a:cubicBezTo>
                  <a:pt x="656" y="49130"/>
                  <a:pt x="1378" y="49164"/>
                  <a:pt x="1613" y="49197"/>
                </a:cubicBezTo>
                <a:cubicBezTo>
                  <a:pt x="2688" y="49365"/>
                  <a:pt x="3796" y="49314"/>
                  <a:pt x="4889" y="49432"/>
                </a:cubicBezTo>
                <a:cubicBezTo>
                  <a:pt x="8365" y="49818"/>
                  <a:pt x="11724" y="50154"/>
                  <a:pt x="15235" y="50154"/>
                </a:cubicBezTo>
                <a:cubicBezTo>
                  <a:pt x="19333" y="50154"/>
                  <a:pt x="23432" y="49936"/>
                  <a:pt x="27530" y="49818"/>
                </a:cubicBezTo>
                <a:cubicBezTo>
                  <a:pt x="30603" y="49717"/>
                  <a:pt x="33660" y="49567"/>
                  <a:pt x="36750" y="49567"/>
                </a:cubicBezTo>
                <a:lnTo>
                  <a:pt x="382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7"/>
          <p:cNvSpPr/>
          <p:nvPr/>
        </p:nvSpPr>
        <p:spPr>
          <a:xfrm>
            <a:off x="7628562" y="4627126"/>
            <a:ext cx="730411" cy="698361"/>
          </a:xfrm>
          <a:custGeom>
            <a:avLst/>
            <a:gdLst/>
            <a:ahLst/>
            <a:cxnLst/>
            <a:rect l="l" t="t" r="r" b="b"/>
            <a:pathLst>
              <a:path w="20693" h="19785" extrusionOk="0">
                <a:moveTo>
                  <a:pt x="17490" y="0"/>
                </a:moveTo>
                <a:cubicBezTo>
                  <a:pt x="16327" y="0"/>
                  <a:pt x="15055" y="330"/>
                  <a:pt x="14259" y="665"/>
                </a:cubicBezTo>
                <a:cubicBezTo>
                  <a:pt x="12161" y="1572"/>
                  <a:pt x="10380" y="2933"/>
                  <a:pt x="8667" y="4411"/>
                </a:cubicBezTo>
                <a:cubicBezTo>
                  <a:pt x="7541" y="5401"/>
                  <a:pt x="6533" y="6812"/>
                  <a:pt x="5039" y="7182"/>
                </a:cubicBezTo>
                <a:cubicBezTo>
                  <a:pt x="4249" y="7383"/>
                  <a:pt x="3494" y="7618"/>
                  <a:pt x="2939" y="8257"/>
                </a:cubicBezTo>
                <a:cubicBezTo>
                  <a:pt x="2502" y="8761"/>
                  <a:pt x="2116" y="9399"/>
                  <a:pt x="1763" y="9970"/>
                </a:cubicBezTo>
                <a:cubicBezTo>
                  <a:pt x="688" y="11683"/>
                  <a:pt x="0" y="13985"/>
                  <a:pt x="856" y="15949"/>
                </a:cubicBezTo>
                <a:cubicBezTo>
                  <a:pt x="1662" y="17781"/>
                  <a:pt x="3695" y="18721"/>
                  <a:pt x="5458" y="19443"/>
                </a:cubicBezTo>
                <a:cubicBezTo>
                  <a:pt x="6119" y="19707"/>
                  <a:pt x="6759" y="19785"/>
                  <a:pt x="7400" y="19785"/>
                </a:cubicBezTo>
                <a:cubicBezTo>
                  <a:pt x="8144" y="19785"/>
                  <a:pt x="8890" y="19681"/>
                  <a:pt x="9675" y="19645"/>
                </a:cubicBezTo>
                <a:cubicBezTo>
                  <a:pt x="9730" y="19641"/>
                  <a:pt x="9786" y="19639"/>
                  <a:pt x="9841" y="19639"/>
                </a:cubicBezTo>
                <a:cubicBezTo>
                  <a:pt x="10170" y="19639"/>
                  <a:pt x="10493" y="19697"/>
                  <a:pt x="10821" y="19697"/>
                </a:cubicBezTo>
                <a:cubicBezTo>
                  <a:pt x="10920" y="19697"/>
                  <a:pt x="11019" y="19692"/>
                  <a:pt x="11119" y="19678"/>
                </a:cubicBezTo>
                <a:cubicBezTo>
                  <a:pt x="11841" y="19577"/>
                  <a:pt x="12597" y="19241"/>
                  <a:pt x="13236" y="18905"/>
                </a:cubicBezTo>
                <a:cubicBezTo>
                  <a:pt x="15352" y="17814"/>
                  <a:pt x="16897" y="16185"/>
                  <a:pt x="18055" y="14102"/>
                </a:cubicBezTo>
                <a:cubicBezTo>
                  <a:pt x="19282" y="11885"/>
                  <a:pt x="20189" y="9584"/>
                  <a:pt x="20525" y="7047"/>
                </a:cubicBezTo>
                <a:cubicBezTo>
                  <a:pt x="20693" y="5771"/>
                  <a:pt x="20592" y="4445"/>
                  <a:pt x="20440" y="3168"/>
                </a:cubicBezTo>
                <a:cubicBezTo>
                  <a:pt x="20340" y="2311"/>
                  <a:pt x="20323" y="1337"/>
                  <a:pt x="19685" y="698"/>
                </a:cubicBezTo>
                <a:cubicBezTo>
                  <a:pt x="19180" y="187"/>
                  <a:pt x="18366" y="0"/>
                  <a:pt x="174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7"/>
          <p:cNvSpPr/>
          <p:nvPr/>
        </p:nvSpPr>
        <p:spPr>
          <a:xfrm>
            <a:off x="8511892" y="3516949"/>
            <a:ext cx="368682" cy="361093"/>
          </a:xfrm>
          <a:custGeom>
            <a:avLst/>
            <a:gdLst/>
            <a:ahLst/>
            <a:cxnLst/>
            <a:rect l="l" t="t" r="r" b="b"/>
            <a:pathLst>
              <a:path w="10445" h="10230" extrusionOk="0">
                <a:moveTo>
                  <a:pt x="7131" y="0"/>
                </a:moveTo>
                <a:cubicBezTo>
                  <a:pt x="6773" y="0"/>
                  <a:pt x="6382" y="95"/>
                  <a:pt x="5962" y="306"/>
                </a:cubicBezTo>
                <a:cubicBezTo>
                  <a:pt x="4451" y="1062"/>
                  <a:pt x="2905" y="2003"/>
                  <a:pt x="1663" y="3161"/>
                </a:cubicBezTo>
                <a:cubicBezTo>
                  <a:pt x="706" y="4068"/>
                  <a:pt x="0" y="5177"/>
                  <a:pt x="34" y="6538"/>
                </a:cubicBezTo>
                <a:cubicBezTo>
                  <a:pt x="50" y="7293"/>
                  <a:pt x="252" y="8032"/>
                  <a:pt x="538" y="8722"/>
                </a:cubicBezTo>
                <a:cubicBezTo>
                  <a:pt x="807" y="9393"/>
                  <a:pt x="1259" y="9981"/>
                  <a:pt x="1982" y="10166"/>
                </a:cubicBezTo>
                <a:cubicBezTo>
                  <a:pt x="2161" y="10209"/>
                  <a:pt x="2342" y="10229"/>
                  <a:pt x="2524" y="10229"/>
                </a:cubicBezTo>
                <a:cubicBezTo>
                  <a:pt x="3682" y="10229"/>
                  <a:pt x="4893" y="9434"/>
                  <a:pt x="5778" y="8838"/>
                </a:cubicBezTo>
                <a:cubicBezTo>
                  <a:pt x="6920" y="8050"/>
                  <a:pt x="8264" y="7125"/>
                  <a:pt x="9086" y="6017"/>
                </a:cubicBezTo>
                <a:cubicBezTo>
                  <a:pt x="10445" y="4163"/>
                  <a:pt x="9506" y="0"/>
                  <a:pt x="71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7"/>
          <p:cNvSpPr/>
          <p:nvPr/>
        </p:nvSpPr>
        <p:spPr>
          <a:xfrm>
            <a:off x="8611040" y="3097381"/>
            <a:ext cx="231693" cy="207761"/>
          </a:xfrm>
          <a:custGeom>
            <a:avLst/>
            <a:gdLst/>
            <a:ahLst/>
            <a:cxnLst/>
            <a:rect l="l" t="t" r="r" b="b"/>
            <a:pathLst>
              <a:path w="6564" h="5886" extrusionOk="0">
                <a:moveTo>
                  <a:pt x="3986" y="0"/>
                </a:moveTo>
                <a:cubicBezTo>
                  <a:pt x="1783" y="0"/>
                  <a:pt x="1" y="3778"/>
                  <a:pt x="1608" y="5340"/>
                </a:cubicBezTo>
                <a:cubicBezTo>
                  <a:pt x="1999" y="5720"/>
                  <a:pt x="2545" y="5886"/>
                  <a:pt x="3124" y="5886"/>
                </a:cubicBezTo>
                <a:cubicBezTo>
                  <a:pt x="4289" y="5886"/>
                  <a:pt x="5588" y="5214"/>
                  <a:pt x="6026" y="4249"/>
                </a:cubicBezTo>
                <a:cubicBezTo>
                  <a:pt x="6564" y="3040"/>
                  <a:pt x="6076" y="789"/>
                  <a:pt x="4850" y="201"/>
                </a:cubicBezTo>
                <a:cubicBezTo>
                  <a:pt x="4559" y="63"/>
                  <a:pt x="4269" y="0"/>
                  <a:pt x="39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7"/>
          <p:cNvSpPr/>
          <p:nvPr/>
        </p:nvSpPr>
        <p:spPr>
          <a:xfrm>
            <a:off x="9056693" y="3250532"/>
            <a:ext cx="179700" cy="229151"/>
          </a:xfrm>
          <a:custGeom>
            <a:avLst/>
            <a:gdLst/>
            <a:ahLst/>
            <a:cxnLst/>
            <a:rect l="l" t="t" r="r" b="b"/>
            <a:pathLst>
              <a:path w="5091" h="6492" extrusionOk="0">
                <a:moveTo>
                  <a:pt x="2889" y="0"/>
                </a:moveTo>
                <a:cubicBezTo>
                  <a:pt x="1753" y="0"/>
                  <a:pt x="718" y="1587"/>
                  <a:pt x="287" y="2530"/>
                </a:cubicBezTo>
                <a:cubicBezTo>
                  <a:pt x="0" y="3169"/>
                  <a:pt x="34" y="3639"/>
                  <a:pt x="168" y="4293"/>
                </a:cubicBezTo>
                <a:cubicBezTo>
                  <a:pt x="370" y="5184"/>
                  <a:pt x="605" y="6275"/>
                  <a:pt x="1646" y="6461"/>
                </a:cubicBezTo>
                <a:cubicBezTo>
                  <a:pt x="1757" y="6482"/>
                  <a:pt x="1872" y="6492"/>
                  <a:pt x="1989" y="6492"/>
                </a:cubicBezTo>
                <a:cubicBezTo>
                  <a:pt x="3191" y="6492"/>
                  <a:pt x="4674" y="5440"/>
                  <a:pt x="4889" y="4277"/>
                </a:cubicBezTo>
                <a:cubicBezTo>
                  <a:pt x="5090" y="3151"/>
                  <a:pt x="4703" y="1203"/>
                  <a:pt x="3863" y="430"/>
                </a:cubicBezTo>
                <a:cubicBezTo>
                  <a:pt x="3538" y="127"/>
                  <a:pt x="3209" y="0"/>
                  <a:pt x="28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7"/>
          <p:cNvSpPr/>
          <p:nvPr/>
        </p:nvSpPr>
        <p:spPr>
          <a:xfrm flipH="1">
            <a:off x="-241825" y="-86900"/>
            <a:ext cx="4213725" cy="1054700"/>
          </a:xfrm>
          <a:custGeom>
            <a:avLst/>
            <a:gdLst/>
            <a:ahLst/>
            <a:cxnLst/>
            <a:rect l="l" t="t" r="r" b="b"/>
            <a:pathLst>
              <a:path w="168549" h="42188" extrusionOk="0">
                <a:moveTo>
                  <a:pt x="88151" y="1"/>
                </a:moveTo>
                <a:cubicBezTo>
                  <a:pt x="83529" y="1"/>
                  <a:pt x="78913" y="330"/>
                  <a:pt x="74340" y="1011"/>
                </a:cubicBezTo>
                <a:cubicBezTo>
                  <a:pt x="71400" y="1465"/>
                  <a:pt x="68293" y="1952"/>
                  <a:pt x="66025" y="4018"/>
                </a:cubicBezTo>
                <a:cubicBezTo>
                  <a:pt x="64883" y="5060"/>
                  <a:pt x="64027" y="6336"/>
                  <a:pt x="62919" y="7394"/>
                </a:cubicBezTo>
                <a:cubicBezTo>
                  <a:pt x="61810" y="8452"/>
                  <a:pt x="60449" y="9158"/>
                  <a:pt x="59005" y="9628"/>
                </a:cubicBezTo>
                <a:cubicBezTo>
                  <a:pt x="55914" y="10636"/>
                  <a:pt x="52539" y="10838"/>
                  <a:pt x="49330" y="11257"/>
                </a:cubicBezTo>
                <a:cubicBezTo>
                  <a:pt x="45736" y="11727"/>
                  <a:pt x="42159" y="12181"/>
                  <a:pt x="38580" y="12651"/>
                </a:cubicBezTo>
                <a:cubicBezTo>
                  <a:pt x="31358" y="13608"/>
                  <a:pt x="24136" y="14549"/>
                  <a:pt x="16914" y="15489"/>
                </a:cubicBezTo>
                <a:cubicBezTo>
                  <a:pt x="13001" y="16011"/>
                  <a:pt x="9053" y="16414"/>
                  <a:pt x="5156" y="17035"/>
                </a:cubicBezTo>
                <a:cubicBezTo>
                  <a:pt x="2990" y="17388"/>
                  <a:pt x="168" y="18345"/>
                  <a:pt x="17" y="20915"/>
                </a:cubicBezTo>
                <a:cubicBezTo>
                  <a:pt x="1" y="21150"/>
                  <a:pt x="202" y="21285"/>
                  <a:pt x="404" y="21318"/>
                </a:cubicBezTo>
                <a:cubicBezTo>
                  <a:pt x="5442" y="21822"/>
                  <a:pt x="10515" y="21889"/>
                  <a:pt x="15570" y="21905"/>
                </a:cubicBezTo>
                <a:cubicBezTo>
                  <a:pt x="20693" y="21905"/>
                  <a:pt x="25833" y="21923"/>
                  <a:pt x="30955" y="21923"/>
                </a:cubicBezTo>
                <a:cubicBezTo>
                  <a:pt x="41234" y="21939"/>
                  <a:pt x="51497" y="21957"/>
                  <a:pt x="61777" y="21973"/>
                </a:cubicBezTo>
                <a:cubicBezTo>
                  <a:pt x="63217" y="21973"/>
                  <a:pt x="64658" y="21962"/>
                  <a:pt x="66096" y="21962"/>
                </a:cubicBezTo>
                <a:cubicBezTo>
                  <a:pt x="67189" y="21962"/>
                  <a:pt x="68280" y="21968"/>
                  <a:pt x="69368" y="21990"/>
                </a:cubicBezTo>
                <a:cubicBezTo>
                  <a:pt x="70560" y="22024"/>
                  <a:pt x="71753" y="22073"/>
                  <a:pt x="72912" y="22360"/>
                </a:cubicBezTo>
                <a:cubicBezTo>
                  <a:pt x="74172" y="22645"/>
                  <a:pt x="75281" y="23233"/>
                  <a:pt x="76389" y="23887"/>
                </a:cubicBezTo>
                <a:cubicBezTo>
                  <a:pt x="80033" y="26088"/>
                  <a:pt x="83796" y="27515"/>
                  <a:pt x="87995" y="28187"/>
                </a:cubicBezTo>
                <a:cubicBezTo>
                  <a:pt x="96444" y="29531"/>
                  <a:pt x="105111" y="28406"/>
                  <a:pt x="113525" y="30001"/>
                </a:cubicBezTo>
                <a:cubicBezTo>
                  <a:pt x="115222" y="30321"/>
                  <a:pt x="119403" y="30959"/>
                  <a:pt x="117304" y="33528"/>
                </a:cubicBezTo>
                <a:cubicBezTo>
                  <a:pt x="116178" y="34906"/>
                  <a:pt x="114449" y="35477"/>
                  <a:pt x="112770" y="35830"/>
                </a:cubicBezTo>
                <a:cubicBezTo>
                  <a:pt x="109460" y="36552"/>
                  <a:pt x="105581" y="36518"/>
                  <a:pt x="103061" y="39138"/>
                </a:cubicBezTo>
                <a:cubicBezTo>
                  <a:pt x="102893" y="39324"/>
                  <a:pt x="102860" y="39676"/>
                  <a:pt x="103061" y="39861"/>
                </a:cubicBezTo>
                <a:cubicBezTo>
                  <a:pt x="105269" y="41755"/>
                  <a:pt x="108076" y="42188"/>
                  <a:pt x="110880" y="42188"/>
                </a:cubicBezTo>
                <a:cubicBezTo>
                  <a:pt x="111832" y="42188"/>
                  <a:pt x="112783" y="42138"/>
                  <a:pt x="113710" y="42078"/>
                </a:cubicBezTo>
                <a:cubicBezTo>
                  <a:pt x="118698" y="41776"/>
                  <a:pt x="123670" y="41440"/>
                  <a:pt x="128659" y="41120"/>
                </a:cubicBezTo>
                <a:cubicBezTo>
                  <a:pt x="138232" y="40516"/>
                  <a:pt x="147941" y="40247"/>
                  <a:pt x="157447" y="38820"/>
                </a:cubicBezTo>
                <a:cubicBezTo>
                  <a:pt x="160034" y="38433"/>
                  <a:pt x="162670" y="37895"/>
                  <a:pt x="165189" y="37156"/>
                </a:cubicBezTo>
                <a:cubicBezTo>
                  <a:pt x="166634" y="36720"/>
                  <a:pt x="168549" y="35729"/>
                  <a:pt x="168331" y="33932"/>
                </a:cubicBezTo>
                <a:cubicBezTo>
                  <a:pt x="168314" y="33781"/>
                  <a:pt x="168230" y="33579"/>
                  <a:pt x="168045" y="33546"/>
                </a:cubicBezTo>
                <a:cubicBezTo>
                  <a:pt x="165409" y="33107"/>
                  <a:pt x="162764" y="32963"/>
                  <a:pt x="160115" y="32963"/>
                </a:cubicBezTo>
                <a:cubicBezTo>
                  <a:pt x="155874" y="32963"/>
                  <a:pt x="151624" y="33331"/>
                  <a:pt x="147386" y="33445"/>
                </a:cubicBezTo>
                <a:cubicBezTo>
                  <a:pt x="146731" y="33462"/>
                  <a:pt x="145944" y="33548"/>
                  <a:pt x="145168" y="33548"/>
                </a:cubicBezTo>
                <a:cubicBezTo>
                  <a:pt x="144373" y="33548"/>
                  <a:pt x="143589" y="33457"/>
                  <a:pt x="142969" y="33109"/>
                </a:cubicBezTo>
                <a:cubicBezTo>
                  <a:pt x="142246" y="32689"/>
                  <a:pt x="142212" y="31916"/>
                  <a:pt x="142230" y="31143"/>
                </a:cubicBezTo>
                <a:cubicBezTo>
                  <a:pt x="142246" y="30455"/>
                  <a:pt x="142246" y="29784"/>
                  <a:pt x="142112" y="29094"/>
                </a:cubicBezTo>
                <a:cubicBezTo>
                  <a:pt x="141608" y="26608"/>
                  <a:pt x="139744" y="24526"/>
                  <a:pt x="137577" y="23300"/>
                </a:cubicBezTo>
                <a:cubicBezTo>
                  <a:pt x="134907" y="21805"/>
                  <a:pt x="131783" y="21435"/>
                  <a:pt x="128776" y="21251"/>
                </a:cubicBezTo>
                <a:cubicBezTo>
                  <a:pt x="125450" y="21050"/>
                  <a:pt x="122124" y="21032"/>
                  <a:pt x="118799" y="20982"/>
                </a:cubicBezTo>
                <a:cubicBezTo>
                  <a:pt x="115390" y="20915"/>
                  <a:pt x="111963" y="20797"/>
                  <a:pt x="108587" y="20277"/>
                </a:cubicBezTo>
                <a:cubicBezTo>
                  <a:pt x="105328" y="19773"/>
                  <a:pt x="102222" y="18815"/>
                  <a:pt x="99147" y="17673"/>
                </a:cubicBezTo>
                <a:cubicBezTo>
                  <a:pt x="96158" y="16564"/>
                  <a:pt x="93168" y="15372"/>
                  <a:pt x="90028" y="14734"/>
                </a:cubicBezTo>
                <a:cubicBezTo>
                  <a:pt x="87861" y="14305"/>
                  <a:pt x="85670" y="14212"/>
                  <a:pt x="83472" y="14212"/>
                </a:cubicBezTo>
                <a:cubicBezTo>
                  <a:pt x="82484" y="14212"/>
                  <a:pt x="81494" y="14231"/>
                  <a:pt x="80504" y="14246"/>
                </a:cubicBezTo>
                <a:cubicBezTo>
                  <a:pt x="79955" y="14258"/>
                  <a:pt x="79406" y="14265"/>
                  <a:pt x="78858" y="14265"/>
                </a:cubicBezTo>
                <a:cubicBezTo>
                  <a:pt x="77760" y="14265"/>
                  <a:pt x="76663" y="14235"/>
                  <a:pt x="75566" y="14146"/>
                </a:cubicBezTo>
                <a:cubicBezTo>
                  <a:pt x="74071" y="14029"/>
                  <a:pt x="72106" y="13911"/>
                  <a:pt x="70779" y="13122"/>
                </a:cubicBezTo>
                <a:cubicBezTo>
                  <a:pt x="70410" y="12920"/>
                  <a:pt x="70124" y="12685"/>
                  <a:pt x="70325" y="12265"/>
                </a:cubicBezTo>
                <a:cubicBezTo>
                  <a:pt x="70493" y="11946"/>
                  <a:pt x="70880" y="11745"/>
                  <a:pt x="71182" y="11559"/>
                </a:cubicBezTo>
                <a:cubicBezTo>
                  <a:pt x="71854" y="11122"/>
                  <a:pt x="72542" y="10753"/>
                  <a:pt x="73265" y="10417"/>
                </a:cubicBezTo>
                <a:cubicBezTo>
                  <a:pt x="74642" y="9763"/>
                  <a:pt x="76120" y="9292"/>
                  <a:pt x="77599" y="8923"/>
                </a:cubicBezTo>
                <a:cubicBezTo>
                  <a:pt x="80622" y="8184"/>
                  <a:pt x="83746" y="7881"/>
                  <a:pt x="86852" y="7646"/>
                </a:cubicBezTo>
                <a:cubicBezTo>
                  <a:pt x="90263" y="7378"/>
                  <a:pt x="93689" y="7259"/>
                  <a:pt x="97116" y="7210"/>
                </a:cubicBezTo>
                <a:cubicBezTo>
                  <a:pt x="97771" y="7203"/>
                  <a:pt x="98427" y="7200"/>
                  <a:pt x="99083" y="7200"/>
                </a:cubicBezTo>
                <a:cubicBezTo>
                  <a:pt x="105310" y="7200"/>
                  <a:pt x="111525" y="7475"/>
                  <a:pt x="117741" y="7763"/>
                </a:cubicBezTo>
                <a:cubicBezTo>
                  <a:pt x="125154" y="8112"/>
                  <a:pt x="132603" y="8507"/>
                  <a:pt x="140040" y="8507"/>
                </a:cubicBezTo>
                <a:cubicBezTo>
                  <a:pt x="146201" y="8507"/>
                  <a:pt x="152353" y="8236"/>
                  <a:pt x="158471" y="7445"/>
                </a:cubicBezTo>
                <a:cubicBezTo>
                  <a:pt x="160117" y="7226"/>
                  <a:pt x="161747" y="6991"/>
                  <a:pt x="163376" y="6706"/>
                </a:cubicBezTo>
                <a:cubicBezTo>
                  <a:pt x="164061" y="6578"/>
                  <a:pt x="163824" y="5604"/>
                  <a:pt x="163196" y="5604"/>
                </a:cubicBezTo>
                <a:cubicBezTo>
                  <a:pt x="163162" y="5604"/>
                  <a:pt x="163127" y="5607"/>
                  <a:pt x="163091" y="5613"/>
                </a:cubicBezTo>
                <a:cubicBezTo>
                  <a:pt x="155426" y="6949"/>
                  <a:pt x="147686" y="7371"/>
                  <a:pt x="139934" y="7371"/>
                </a:cubicBezTo>
                <a:cubicBezTo>
                  <a:pt x="133552" y="7371"/>
                  <a:pt x="127161" y="7085"/>
                  <a:pt x="120798" y="6789"/>
                </a:cubicBezTo>
                <a:cubicBezTo>
                  <a:pt x="113777" y="6453"/>
                  <a:pt x="106739" y="6084"/>
                  <a:pt x="99685" y="6084"/>
                </a:cubicBezTo>
                <a:cubicBezTo>
                  <a:pt x="99340" y="6083"/>
                  <a:pt x="98995" y="6082"/>
                  <a:pt x="98650" y="6082"/>
                </a:cubicBezTo>
                <a:cubicBezTo>
                  <a:pt x="92243" y="6082"/>
                  <a:pt x="85690" y="6246"/>
                  <a:pt x="79379" y="7394"/>
                </a:cubicBezTo>
                <a:cubicBezTo>
                  <a:pt x="76439" y="7931"/>
                  <a:pt x="73534" y="8805"/>
                  <a:pt x="70963" y="10350"/>
                </a:cubicBezTo>
                <a:cubicBezTo>
                  <a:pt x="70056" y="10921"/>
                  <a:pt x="68713" y="11693"/>
                  <a:pt x="69167" y="12987"/>
                </a:cubicBezTo>
                <a:cubicBezTo>
                  <a:pt x="69570" y="14130"/>
                  <a:pt x="71048" y="14499"/>
                  <a:pt x="72089" y="14750"/>
                </a:cubicBezTo>
                <a:cubicBezTo>
                  <a:pt x="74302" y="15283"/>
                  <a:pt x="76571" y="15393"/>
                  <a:pt x="78841" y="15393"/>
                </a:cubicBezTo>
                <a:cubicBezTo>
                  <a:pt x="79861" y="15393"/>
                  <a:pt x="80882" y="15371"/>
                  <a:pt x="81898" y="15355"/>
                </a:cubicBezTo>
                <a:cubicBezTo>
                  <a:pt x="82350" y="15346"/>
                  <a:pt x="82800" y="15341"/>
                  <a:pt x="83248" y="15341"/>
                </a:cubicBezTo>
                <a:cubicBezTo>
                  <a:pt x="86231" y="15341"/>
                  <a:pt x="89137" y="15565"/>
                  <a:pt x="92043" y="16396"/>
                </a:cubicBezTo>
                <a:cubicBezTo>
                  <a:pt x="95234" y="17303"/>
                  <a:pt x="98274" y="18613"/>
                  <a:pt x="101398" y="19672"/>
                </a:cubicBezTo>
                <a:cubicBezTo>
                  <a:pt x="104589" y="20747"/>
                  <a:pt x="107881" y="21402"/>
                  <a:pt x="111240" y="21738"/>
                </a:cubicBezTo>
                <a:cubicBezTo>
                  <a:pt x="114651" y="22057"/>
                  <a:pt x="118077" y="22107"/>
                  <a:pt x="121486" y="22141"/>
                </a:cubicBezTo>
                <a:cubicBezTo>
                  <a:pt x="124946" y="22192"/>
                  <a:pt x="128457" y="22158"/>
                  <a:pt x="131884" y="22645"/>
                </a:cubicBezTo>
                <a:cubicBezTo>
                  <a:pt x="134923" y="23099"/>
                  <a:pt x="138081" y="24190"/>
                  <a:pt x="139946" y="26810"/>
                </a:cubicBezTo>
                <a:cubicBezTo>
                  <a:pt x="140802" y="28019"/>
                  <a:pt x="141238" y="29380"/>
                  <a:pt x="141205" y="30875"/>
                </a:cubicBezTo>
                <a:cubicBezTo>
                  <a:pt x="141171" y="32101"/>
                  <a:pt x="141272" y="33327"/>
                  <a:pt x="142465" y="33999"/>
                </a:cubicBezTo>
                <a:cubicBezTo>
                  <a:pt x="143199" y="34404"/>
                  <a:pt x="144054" y="34488"/>
                  <a:pt x="144905" y="34488"/>
                </a:cubicBezTo>
                <a:cubicBezTo>
                  <a:pt x="145359" y="34488"/>
                  <a:pt x="145811" y="34465"/>
                  <a:pt x="146243" y="34453"/>
                </a:cubicBezTo>
                <a:cubicBezTo>
                  <a:pt x="148041" y="34402"/>
                  <a:pt x="149838" y="34301"/>
                  <a:pt x="151652" y="34184"/>
                </a:cubicBezTo>
                <a:cubicBezTo>
                  <a:pt x="154699" y="33984"/>
                  <a:pt x="157758" y="33759"/>
                  <a:pt x="160829" y="33759"/>
                </a:cubicBezTo>
                <a:cubicBezTo>
                  <a:pt x="161364" y="33759"/>
                  <a:pt x="161899" y="33766"/>
                  <a:pt x="162435" y="33781"/>
                </a:cubicBezTo>
                <a:cubicBezTo>
                  <a:pt x="164148" y="33831"/>
                  <a:pt x="165861" y="33999"/>
                  <a:pt x="167558" y="34267"/>
                </a:cubicBezTo>
                <a:cubicBezTo>
                  <a:pt x="167440" y="35947"/>
                  <a:pt x="164820" y="36451"/>
                  <a:pt x="163510" y="36737"/>
                </a:cubicBezTo>
                <a:cubicBezTo>
                  <a:pt x="161377" y="37224"/>
                  <a:pt x="159210" y="37727"/>
                  <a:pt x="157010" y="37879"/>
                </a:cubicBezTo>
                <a:cubicBezTo>
                  <a:pt x="150610" y="38282"/>
                  <a:pt x="147352" y="38769"/>
                  <a:pt x="143523" y="39156"/>
                </a:cubicBezTo>
                <a:cubicBezTo>
                  <a:pt x="134504" y="40063"/>
                  <a:pt x="125416" y="40314"/>
                  <a:pt x="116364" y="40885"/>
                </a:cubicBezTo>
                <a:cubicBezTo>
                  <a:pt x="114652" y="40996"/>
                  <a:pt x="112746" y="41214"/>
                  <a:pt x="110860" y="41214"/>
                </a:cubicBezTo>
                <a:cubicBezTo>
                  <a:pt x="108453" y="41214"/>
                  <a:pt x="106079" y="40859"/>
                  <a:pt x="104186" y="39474"/>
                </a:cubicBezTo>
                <a:cubicBezTo>
                  <a:pt x="106555" y="37392"/>
                  <a:pt x="110098" y="37425"/>
                  <a:pt x="113038" y="36787"/>
                </a:cubicBezTo>
                <a:cubicBezTo>
                  <a:pt x="114499" y="36468"/>
                  <a:pt x="115977" y="35981"/>
                  <a:pt x="117170" y="35006"/>
                </a:cubicBezTo>
                <a:cubicBezTo>
                  <a:pt x="118328" y="34083"/>
                  <a:pt x="119538" y="32386"/>
                  <a:pt x="118463" y="30959"/>
                </a:cubicBezTo>
                <a:cubicBezTo>
                  <a:pt x="117405" y="29531"/>
                  <a:pt x="115104" y="29313"/>
                  <a:pt x="113509" y="29027"/>
                </a:cubicBezTo>
                <a:cubicBezTo>
                  <a:pt x="111459" y="28658"/>
                  <a:pt x="109377" y="28440"/>
                  <a:pt x="107310" y="28305"/>
                </a:cubicBezTo>
                <a:cubicBezTo>
                  <a:pt x="102826" y="28019"/>
                  <a:pt x="98341" y="28104"/>
                  <a:pt x="93857" y="27851"/>
                </a:cubicBezTo>
                <a:cubicBezTo>
                  <a:pt x="89439" y="27616"/>
                  <a:pt x="84938" y="27012"/>
                  <a:pt x="80839" y="25265"/>
                </a:cubicBezTo>
                <a:cubicBezTo>
                  <a:pt x="78707" y="24342"/>
                  <a:pt x="76842" y="22897"/>
                  <a:pt x="74692" y="22006"/>
                </a:cubicBezTo>
                <a:cubicBezTo>
                  <a:pt x="72627" y="21133"/>
                  <a:pt x="70359" y="21117"/>
                  <a:pt x="68142" y="21117"/>
                </a:cubicBezTo>
                <a:cubicBezTo>
                  <a:pt x="64570" y="21122"/>
                  <a:pt x="60996" y="21124"/>
                  <a:pt x="57422" y="21124"/>
                </a:cubicBezTo>
                <a:cubicBezTo>
                  <a:pt x="50273" y="21124"/>
                  <a:pt x="43122" y="21117"/>
                  <a:pt x="35978" y="21117"/>
                </a:cubicBezTo>
                <a:cubicBezTo>
                  <a:pt x="30066" y="21117"/>
                  <a:pt x="24136" y="21117"/>
                  <a:pt x="18224" y="21099"/>
                </a:cubicBezTo>
                <a:cubicBezTo>
                  <a:pt x="17880" y="21099"/>
                  <a:pt x="17537" y="21099"/>
                  <a:pt x="17194" y="21099"/>
                </a:cubicBezTo>
                <a:cubicBezTo>
                  <a:pt x="11743" y="21099"/>
                  <a:pt x="6292" y="21084"/>
                  <a:pt x="856" y="20562"/>
                </a:cubicBezTo>
                <a:cubicBezTo>
                  <a:pt x="1344" y="18143"/>
                  <a:pt x="5055" y="17841"/>
                  <a:pt x="6988" y="17590"/>
                </a:cubicBezTo>
                <a:cubicBezTo>
                  <a:pt x="10414" y="17135"/>
                  <a:pt x="13823" y="16699"/>
                  <a:pt x="17249" y="16246"/>
                </a:cubicBezTo>
                <a:cubicBezTo>
                  <a:pt x="24237" y="15339"/>
                  <a:pt x="31241" y="14414"/>
                  <a:pt x="38245" y="13507"/>
                </a:cubicBezTo>
                <a:cubicBezTo>
                  <a:pt x="41722" y="13055"/>
                  <a:pt x="45182" y="12584"/>
                  <a:pt x="48658" y="12130"/>
                </a:cubicBezTo>
                <a:cubicBezTo>
                  <a:pt x="51699" y="11727"/>
                  <a:pt x="54823" y="11492"/>
                  <a:pt x="57813" y="10770"/>
                </a:cubicBezTo>
                <a:cubicBezTo>
                  <a:pt x="60550" y="10115"/>
                  <a:pt x="62751" y="8856"/>
                  <a:pt x="64598" y="6722"/>
                </a:cubicBezTo>
                <a:cubicBezTo>
                  <a:pt x="65606" y="5546"/>
                  <a:pt x="66563" y="4337"/>
                  <a:pt x="67924" y="3548"/>
                </a:cubicBezTo>
                <a:cubicBezTo>
                  <a:pt x="69268" y="2775"/>
                  <a:pt x="70795" y="2388"/>
                  <a:pt x="72307" y="2104"/>
                </a:cubicBezTo>
                <a:cubicBezTo>
                  <a:pt x="78043" y="1010"/>
                  <a:pt x="83962" y="532"/>
                  <a:pt x="89837" y="532"/>
                </a:cubicBezTo>
                <a:cubicBezTo>
                  <a:pt x="91721" y="532"/>
                  <a:pt x="93601" y="582"/>
                  <a:pt x="95470" y="675"/>
                </a:cubicBezTo>
                <a:cubicBezTo>
                  <a:pt x="95475" y="676"/>
                  <a:pt x="95481" y="676"/>
                  <a:pt x="95486" y="676"/>
                </a:cubicBezTo>
                <a:cubicBezTo>
                  <a:pt x="95738" y="676"/>
                  <a:pt x="95733" y="289"/>
                  <a:pt x="95470" y="272"/>
                </a:cubicBezTo>
                <a:cubicBezTo>
                  <a:pt x="93032" y="92"/>
                  <a:pt x="90591" y="1"/>
                  <a:pt x="88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7"/>
          <p:cNvSpPr/>
          <p:nvPr/>
        </p:nvSpPr>
        <p:spPr>
          <a:xfrm flipH="1">
            <a:off x="2342250" y="744475"/>
            <a:ext cx="652550" cy="662825"/>
          </a:xfrm>
          <a:custGeom>
            <a:avLst/>
            <a:gdLst/>
            <a:ahLst/>
            <a:cxnLst/>
            <a:rect l="l" t="t" r="r" b="b"/>
            <a:pathLst>
              <a:path w="26102" h="26513" extrusionOk="0">
                <a:moveTo>
                  <a:pt x="15618" y="1"/>
                </a:moveTo>
                <a:cubicBezTo>
                  <a:pt x="15122" y="1"/>
                  <a:pt x="14540" y="83"/>
                  <a:pt x="14159" y="83"/>
                </a:cubicBezTo>
                <a:cubicBezTo>
                  <a:pt x="13151" y="99"/>
                  <a:pt x="11892" y="301"/>
                  <a:pt x="10934" y="587"/>
                </a:cubicBezTo>
                <a:cubicBezTo>
                  <a:pt x="9893" y="905"/>
                  <a:pt x="8667" y="1208"/>
                  <a:pt x="7709" y="1678"/>
                </a:cubicBezTo>
                <a:cubicBezTo>
                  <a:pt x="6921" y="2048"/>
                  <a:pt x="6298" y="2652"/>
                  <a:pt x="5644" y="3207"/>
                </a:cubicBezTo>
                <a:cubicBezTo>
                  <a:pt x="4955" y="3794"/>
                  <a:pt x="4065" y="4298"/>
                  <a:pt x="3510" y="5021"/>
                </a:cubicBezTo>
                <a:cubicBezTo>
                  <a:pt x="2789" y="5978"/>
                  <a:pt x="2469" y="7086"/>
                  <a:pt x="1831" y="8078"/>
                </a:cubicBezTo>
                <a:cubicBezTo>
                  <a:pt x="1629" y="8396"/>
                  <a:pt x="1327" y="8632"/>
                  <a:pt x="1109" y="8934"/>
                </a:cubicBezTo>
                <a:cubicBezTo>
                  <a:pt x="1" y="10513"/>
                  <a:pt x="588" y="12714"/>
                  <a:pt x="588" y="14510"/>
                </a:cubicBezTo>
                <a:cubicBezTo>
                  <a:pt x="588" y="15670"/>
                  <a:pt x="605" y="16425"/>
                  <a:pt x="1058" y="17500"/>
                </a:cubicBezTo>
                <a:cubicBezTo>
                  <a:pt x="1663" y="18978"/>
                  <a:pt x="1882" y="20507"/>
                  <a:pt x="3040" y="21683"/>
                </a:cubicBezTo>
                <a:cubicBezTo>
                  <a:pt x="4099" y="22758"/>
                  <a:pt x="5006" y="24001"/>
                  <a:pt x="6383" y="24655"/>
                </a:cubicBezTo>
                <a:cubicBezTo>
                  <a:pt x="7727" y="25311"/>
                  <a:pt x="8936" y="25932"/>
                  <a:pt x="10464" y="26167"/>
                </a:cubicBezTo>
                <a:cubicBezTo>
                  <a:pt x="11157" y="26280"/>
                  <a:pt x="11711" y="26470"/>
                  <a:pt x="12421" y="26470"/>
                </a:cubicBezTo>
                <a:cubicBezTo>
                  <a:pt x="12451" y="26470"/>
                  <a:pt x="12482" y="26470"/>
                  <a:pt x="12513" y="26469"/>
                </a:cubicBezTo>
                <a:lnTo>
                  <a:pt x="14815" y="26469"/>
                </a:lnTo>
                <a:cubicBezTo>
                  <a:pt x="15285" y="26469"/>
                  <a:pt x="15799" y="26513"/>
                  <a:pt x="16300" y="26513"/>
                </a:cubicBezTo>
                <a:cubicBezTo>
                  <a:pt x="16621" y="26513"/>
                  <a:pt x="16938" y="26495"/>
                  <a:pt x="17233" y="26436"/>
                </a:cubicBezTo>
                <a:cubicBezTo>
                  <a:pt x="18510" y="26200"/>
                  <a:pt x="19433" y="25529"/>
                  <a:pt x="20441" y="24790"/>
                </a:cubicBezTo>
                <a:cubicBezTo>
                  <a:pt x="22071" y="23580"/>
                  <a:pt x="23397" y="22623"/>
                  <a:pt x="24405" y="20826"/>
                </a:cubicBezTo>
                <a:cubicBezTo>
                  <a:pt x="25144" y="19516"/>
                  <a:pt x="26084" y="18810"/>
                  <a:pt x="26102" y="17198"/>
                </a:cubicBezTo>
                <a:cubicBezTo>
                  <a:pt x="26102" y="16107"/>
                  <a:pt x="26084" y="15014"/>
                  <a:pt x="26084" y="13939"/>
                </a:cubicBezTo>
                <a:cubicBezTo>
                  <a:pt x="26084" y="12680"/>
                  <a:pt x="26084" y="11538"/>
                  <a:pt x="25867" y="10311"/>
                </a:cubicBezTo>
                <a:cubicBezTo>
                  <a:pt x="25715" y="9539"/>
                  <a:pt x="25900" y="8900"/>
                  <a:pt x="25446" y="8212"/>
                </a:cubicBezTo>
                <a:cubicBezTo>
                  <a:pt x="25027" y="7557"/>
                  <a:pt x="24707" y="6835"/>
                  <a:pt x="24288" y="6179"/>
                </a:cubicBezTo>
                <a:cubicBezTo>
                  <a:pt x="23901" y="5559"/>
                  <a:pt x="23229" y="5156"/>
                  <a:pt x="22776" y="4584"/>
                </a:cubicBezTo>
                <a:cubicBezTo>
                  <a:pt x="22440" y="4148"/>
                  <a:pt x="22154" y="3711"/>
                  <a:pt x="21768" y="3290"/>
                </a:cubicBezTo>
                <a:cubicBezTo>
                  <a:pt x="20676" y="2099"/>
                  <a:pt x="18996" y="1360"/>
                  <a:pt x="17536" y="822"/>
                </a:cubicBezTo>
                <a:cubicBezTo>
                  <a:pt x="17065" y="654"/>
                  <a:pt x="16696" y="234"/>
                  <a:pt x="16259" y="83"/>
                </a:cubicBezTo>
                <a:cubicBezTo>
                  <a:pt x="16091" y="21"/>
                  <a:pt x="15865" y="1"/>
                  <a:pt x="156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7"/>
          <p:cNvSpPr/>
          <p:nvPr/>
        </p:nvSpPr>
        <p:spPr>
          <a:xfrm flipH="1">
            <a:off x="3043475" y="612575"/>
            <a:ext cx="330925" cy="169275"/>
          </a:xfrm>
          <a:custGeom>
            <a:avLst/>
            <a:gdLst/>
            <a:ahLst/>
            <a:cxnLst/>
            <a:rect l="l" t="t" r="r" b="b"/>
            <a:pathLst>
              <a:path w="13237" h="6771" extrusionOk="0">
                <a:moveTo>
                  <a:pt x="6436" y="0"/>
                </a:moveTo>
                <a:cubicBezTo>
                  <a:pt x="5656" y="0"/>
                  <a:pt x="4842" y="134"/>
                  <a:pt x="4267" y="253"/>
                </a:cubicBezTo>
                <a:cubicBezTo>
                  <a:pt x="2285" y="639"/>
                  <a:pt x="1" y="1059"/>
                  <a:pt x="337" y="3545"/>
                </a:cubicBezTo>
                <a:cubicBezTo>
                  <a:pt x="554" y="5090"/>
                  <a:pt x="2066" y="5628"/>
                  <a:pt x="3376" y="6047"/>
                </a:cubicBezTo>
                <a:cubicBezTo>
                  <a:pt x="4670" y="6473"/>
                  <a:pt x="5851" y="6771"/>
                  <a:pt x="7216" y="6771"/>
                </a:cubicBezTo>
                <a:cubicBezTo>
                  <a:pt x="7252" y="6771"/>
                  <a:pt x="7288" y="6770"/>
                  <a:pt x="7324" y="6770"/>
                </a:cubicBezTo>
                <a:cubicBezTo>
                  <a:pt x="9288" y="6752"/>
                  <a:pt x="11338" y="6282"/>
                  <a:pt x="12632" y="4636"/>
                </a:cubicBezTo>
                <a:cubicBezTo>
                  <a:pt x="13236" y="3881"/>
                  <a:pt x="12547" y="3377"/>
                  <a:pt x="11808" y="3142"/>
                </a:cubicBezTo>
                <a:cubicBezTo>
                  <a:pt x="10818" y="2806"/>
                  <a:pt x="10381" y="2638"/>
                  <a:pt x="9608" y="1848"/>
                </a:cubicBezTo>
                <a:cubicBezTo>
                  <a:pt x="9188" y="1395"/>
                  <a:pt x="8701" y="706"/>
                  <a:pt x="8164" y="370"/>
                </a:cubicBezTo>
                <a:cubicBezTo>
                  <a:pt x="7719" y="94"/>
                  <a:pt x="7090" y="0"/>
                  <a:pt x="64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7"/>
          <p:cNvSpPr/>
          <p:nvPr/>
        </p:nvSpPr>
        <p:spPr>
          <a:xfrm flipH="1">
            <a:off x="-146500" y="-71875"/>
            <a:ext cx="1435650" cy="1379000"/>
          </a:xfrm>
          <a:custGeom>
            <a:avLst/>
            <a:gdLst/>
            <a:ahLst/>
            <a:cxnLst/>
            <a:rect l="l" t="t" r="r" b="b"/>
            <a:pathLst>
              <a:path w="57426" h="55160" extrusionOk="0">
                <a:moveTo>
                  <a:pt x="30133" y="1"/>
                </a:moveTo>
                <a:lnTo>
                  <a:pt x="27831" y="2806"/>
                </a:lnTo>
                <a:cubicBezTo>
                  <a:pt x="28335" y="2941"/>
                  <a:pt x="28755" y="3897"/>
                  <a:pt x="28957" y="4284"/>
                </a:cubicBezTo>
                <a:cubicBezTo>
                  <a:pt x="30099" y="6417"/>
                  <a:pt x="30350" y="8853"/>
                  <a:pt x="31207" y="11086"/>
                </a:cubicBezTo>
                <a:cubicBezTo>
                  <a:pt x="31980" y="13135"/>
                  <a:pt x="33257" y="15101"/>
                  <a:pt x="34264" y="17066"/>
                </a:cubicBezTo>
                <a:cubicBezTo>
                  <a:pt x="35255" y="18980"/>
                  <a:pt x="36381" y="20828"/>
                  <a:pt x="37673" y="22541"/>
                </a:cubicBezTo>
                <a:cubicBezTo>
                  <a:pt x="38278" y="23331"/>
                  <a:pt x="38934" y="24104"/>
                  <a:pt x="39639" y="24876"/>
                </a:cubicBezTo>
                <a:cubicBezTo>
                  <a:pt x="38715" y="24624"/>
                  <a:pt x="37774" y="24373"/>
                  <a:pt x="36885" y="23986"/>
                </a:cubicBezTo>
                <a:cubicBezTo>
                  <a:pt x="36162" y="23667"/>
                  <a:pt x="35642" y="23213"/>
                  <a:pt x="35003" y="22776"/>
                </a:cubicBezTo>
                <a:cubicBezTo>
                  <a:pt x="34314" y="22323"/>
                  <a:pt x="33492" y="22004"/>
                  <a:pt x="32753" y="21634"/>
                </a:cubicBezTo>
                <a:cubicBezTo>
                  <a:pt x="29965" y="20241"/>
                  <a:pt x="27311" y="19132"/>
                  <a:pt x="25161" y="16797"/>
                </a:cubicBezTo>
                <a:cubicBezTo>
                  <a:pt x="24220" y="15789"/>
                  <a:pt x="23515" y="14597"/>
                  <a:pt x="22624" y="13589"/>
                </a:cubicBezTo>
                <a:cubicBezTo>
                  <a:pt x="22171" y="13086"/>
                  <a:pt x="21600" y="12481"/>
                  <a:pt x="21448" y="11809"/>
                </a:cubicBezTo>
                <a:cubicBezTo>
                  <a:pt x="21280" y="11070"/>
                  <a:pt x="21533" y="10230"/>
                  <a:pt x="21399" y="9491"/>
                </a:cubicBezTo>
                <a:cubicBezTo>
                  <a:pt x="21112" y="8029"/>
                  <a:pt x="19937" y="7073"/>
                  <a:pt x="19634" y="5628"/>
                </a:cubicBezTo>
                <a:cubicBezTo>
                  <a:pt x="19500" y="4990"/>
                  <a:pt x="19417" y="4334"/>
                  <a:pt x="19282" y="3696"/>
                </a:cubicBezTo>
                <a:cubicBezTo>
                  <a:pt x="19181" y="3226"/>
                  <a:pt x="19282" y="2621"/>
                  <a:pt x="19164" y="2202"/>
                </a:cubicBezTo>
                <a:cubicBezTo>
                  <a:pt x="18912" y="1348"/>
                  <a:pt x="17895" y="1053"/>
                  <a:pt x="16979" y="1053"/>
                </a:cubicBezTo>
                <a:cubicBezTo>
                  <a:pt x="16615" y="1053"/>
                  <a:pt x="16267" y="1100"/>
                  <a:pt x="15990" y="1176"/>
                </a:cubicBezTo>
                <a:cubicBezTo>
                  <a:pt x="15453" y="1328"/>
                  <a:pt x="15016" y="1563"/>
                  <a:pt x="14461" y="1597"/>
                </a:cubicBezTo>
                <a:cubicBezTo>
                  <a:pt x="14219" y="1616"/>
                  <a:pt x="13976" y="1620"/>
                  <a:pt x="13734" y="1620"/>
                </a:cubicBezTo>
                <a:cubicBezTo>
                  <a:pt x="13545" y="1620"/>
                  <a:pt x="13357" y="1618"/>
                  <a:pt x="13168" y="1618"/>
                </a:cubicBezTo>
                <a:cubicBezTo>
                  <a:pt x="12743" y="1618"/>
                  <a:pt x="12317" y="1630"/>
                  <a:pt x="11892" y="1714"/>
                </a:cubicBezTo>
                <a:cubicBezTo>
                  <a:pt x="11187" y="1848"/>
                  <a:pt x="10548" y="1933"/>
                  <a:pt x="9809" y="1933"/>
                </a:cubicBezTo>
                <a:lnTo>
                  <a:pt x="4233" y="1933"/>
                </a:lnTo>
                <a:cubicBezTo>
                  <a:pt x="4077" y="1933"/>
                  <a:pt x="2875" y="1824"/>
                  <a:pt x="1791" y="1824"/>
                </a:cubicBezTo>
                <a:cubicBezTo>
                  <a:pt x="881" y="1824"/>
                  <a:pt x="54" y="1901"/>
                  <a:pt x="0" y="2184"/>
                </a:cubicBezTo>
                <a:cubicBezTo>
                  <a:pt x="1360" y="4065"/>
                  <a:pt x="3443" y="4352"/>
                  <a:pt x="5290" y="5510"/>
                </a:cubicBezTo>
                <a:cubicBezTo>
                  <a:pt x="5861" y="5879"/>
                  <a:pt x="6265" y="6367"/>
                  <a:pt x="6685" y="6887"/>
                </a:cubicBezTo>
                <a:cubicBezTo>
                  <a:pt x="8515" y="9155"/>
                  <a:pt x="10329" y="11339"/>
                  <a:pt x="11908" y="13841"/>
                </a:cubicBezTo>
                <a:cubicBezTo>
                  <a:pt x="12698" y="15084"/>
                  <a:pt x="13370" y="16461"/>
                  <a:pt x="14360" y="17587"/>
                </a:cubicBezTo>
                <a:cubicBezTo>
                  <a:pt x="14949" y="18259"/>
                  <a:pt x="15688" y="18796"/>
                  <a:pt x="16342" y="19417"/>
                </a:cubicBezTo>
                <a:cubicBezTo>
                  <a:pt x="17518" y="20509"/>
                  <a:pt x="18559" y="21769"/>
                  <a:pt x="19769" y="22843"/>
                </a:cubicBezTo>
                <a:cubicBezTo>
                  <a:pt x="21063" y="24003"/>
                  <a:pt x="22557" y="24389"/>
                  <a:pt x="24068" y="25161"/>
                </a:cubicBezTo>
                <a:cubicBezTo>
                  <a:pt x="25497" y="25900"/>
                  <a:pt x="26789" y="26908"/>
                  <a:pt x="28151" y="27765"/>
                </a:cubicBezTo>
                <a:cubicBezTo>
                  <a:pt x="29326" y="28504"/>
                  <a:pt x="30670" y="28957"/>
                  <a:pt x="31895" y="29613"/>
                </a:cubicBezTo>
                <a:cubicBezTo>
                  <a:pt x="32970" y="30184"/>
                  <a:pt x="33996" y="30856"/>
                  <a:pt x="35020" y="31494"/>
                </a:cubicBezTo>
                <a:cubicBezTo>
                  <a:pt x="36699" y="32569"/>
                  <a:pt x="38345" y="33678"/>
                  <a:pt x="39975" y="34820"/>
                </a:cubicBezTo>
                <a:cubicBezTo>
                  <a:pt x="42208" y="36381"/>
                  <a:pt x="43921" y="38833"/>
                  <a:pt x="45299" y="41169"/>
                </a:cubicBezTo>
                <a:cubicBezTo>
                  <a:pt x="47281" y="44494"/>
                  <a:pt x="48104" y="48575"/>
                  <a:pt x="50371" y="51750"/>
                </a:cubicBezTo>
                <a:cubicBezTo>
                  <a:pt x="50841" y="52405"/>
                  <a:pt x="51513" y="52841"/>
                  <a:pt x="51833" y="53580"/>
                </a:cubicBezTo>
                <a:cubicBezTo>
                  <a:pt x="52068" y="54118"/>
                  <a:pt x="51984" y="54756"/>
                  <a:pt x="52487" y="55159"/>
                </a:cubicBezTo>
                <a:cubicBezTo>
                  <a:pt x="52102" y="48273"/>
                  <a:pt x="52689" y="41151"/>
                  <a:pt x="55092" y="34668"/>
                </a:cubicBezTo>
                <a:cubicBezTo>
                  <a:pt x="55629" y="33190"/>
                  <a:pt x="56099" y="31577"/>
                  <a:pt x="56485" y="30050"/>
                </a:cubicBezTo>
                <a:cubicBezTo>
                  <a:pt x="56519" y="29898"/>
                  <a:pt x="56619" y="29311"/>
                  <a:pt x="56536" y="29159"/>
                </a:cubicBezTo>
                <a:cubicBezTo>
                  <a:pt x="56435" y="28941"/>
                  <a:pt x="56200" y="28823"/>
                  <a:pt x="55947" y="28740"/>
                </a:cubicBezTo>
                <a:cubicBezTo>
                  <a:pt x="56519" y="28370"/>
                  <a:pt x="57426" y="27714"/>
                  <a:pt x="57426" y="27143"/>
                </a:cubicBezTo>
                <a:cubicBezTo>
                  <a:pt x="57409" y="25918"/>
                  <a:pt x="54100" y="25616"/>
                  <a:pt x="53394" y="25414"/>
                </a:cubicBezTo>
                <a:cubicBezTo>
                  <a:pt x="52286" y="25078"/>
                  <a:pt x="51245" y="24574"/>
                  <a:pt x="50153" y="24238"/>
                </a:cubicBezTo>
                <a:cubicBezTo>
                  <a:pt x="49195" y="23936"/>
                  <a:pt x="48205" y="23784"/>
                  <a:pt x="47247" y="23466"/>
                </a:cubicBezTo>
                <a:cubicBezTo>
                  <a:pt x="45585" y="22895"/>
                  <a:pt x="44073" y="22223"/>
                  <a:pt x="42544" y="21349"/>
                </a:cubicBezTo>
                <a:cubicBezTo>
                  <a:pt x="41872" y="20962"/>
                  <a:pt x="41133" y="20677"/>
                  <a:pt x="40513" y="20223"/>
                </a:cubicBezTo>
                <a:cubicBezTo>
                  <a:pt x="39924" y="19787"/>
                  <a:pt x="39538" y="19182"/>
                  <a:pt x="39051" y="18644"/>
                </a:cubicBezTo>
                <a:cubicBezTo>
                  <a:pt x="38043" y="17553"/>
                  <a:pt x="36699" y="16998"/>
                  <a:pt x="36162" y="15554"/>
                </a:cubicBezTo>
                <a:cubicBezTo>
                  <a:pt x="35624" y="14161"/>
                  <a:pt x="34885" y="12934"/>
                  <a:pt x="34432" y="11489"/>
                </a:cubicBezTo>
                <a:cubicBezTo>
                  <a:pt x="34164" y="10667"/>
                  <a:pt x="33626" y="9944"/>
                  <a:pt x="33407" y="9122"/>
                </a:cubicBezTo>
                <a:cubicBezTo>
                  <a:pt x="33138" y="8148"/>
                  <a:pt x="32870" y="7274"/>
                  <a:pt x="32466" y="6334"/>
                </a:cubicBezTo>
                <a:cubicBezTo>
                  <a:pt x="31727" y="4553"/>
                  <a:pt x="29763" y="2117"/>
                  <a:pt x="30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1pPr>
            <a:lvl2pPr lvl="1"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2pPr>
            <a:lvl3pPr lvl="2"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3pPr>
            <a:lvl4pPr lvl="3"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4pPr>
            <a:lvl5pPr lvl="4"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5pPr>
            <a:lvl6pPr lvl="5"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6pPr>
            <a:lvl7pPr lvl="6"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7pPr>
            <a:lvl8pPr lvl="7"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8pPr>
            <a:lvl9pPr lvl="8"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1pPr>
            <a:lvl2pPr marL="914400" lvl="1"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2pPr>
            <a:lvl3pPr marL="1371600" lvl="2"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3pPr>
            <a:lvl4pPr marL="1828800" lvl="3"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4pPr>
            <a:lvl5pPr marL="2286000" lvl="4"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5pPr>
            <a:lvl6pPr marL="2743200" lvl="5"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6pPr>
            <a:lvl7pPr marL="3200400" lvl="6"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7pPr>
            <a:lvl8pPr marL="3657600" lvl="7"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8pPr>
            <a:lvl9pPr marL="4114800" lvl="8"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6" r:id="rId17"/>
    <p:sldLayoutId id="2147483667" r:id="rId18"/>
    <p:sldLayoutId id="2147483668" r:id="rId19"/>
    <p:sldLayoutId id="2147483669" r:id="rId20"/>
    <p:sldLayoutId id="2147483670" r:id="rId21"/>
    <p:sldLayoutId id="2147483672" r:id="rId22"/>
    <p:sldLayoutId id="2147483673"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15.jpe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hyperlink" Target="https://iqtree.github.io/doc/Tutorial"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hyperlink" Target="https://pedrohbraga.github.io/CommunityPhylogenetics-Workshop/CommunityPhylogenetics-Workshop.html" TargetMode="External"/><Relationship Id="rId5" Type="http://schemas.openxmlformats.org/officeDocument/2006/relationships/hyperlink" Target="https://www.rdocumentation.org/packages/phytools/versions/2.5-2" TargetMode="External"/><Relationship Id="rId4" Type="http://schemas.openxmlformats.org/officeDocument/2006/relationships/hyperlink" Target="https://www.rdocumentation.org/packages/phylotools/versions/0.2.2"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s://doi.org/10.1111/ecog.05379" TargetMode="External"/><Relationship Id="rId3" Type="http://schemas.openxmlformats.org/officeDocument/2006/relationships/hyperlink" Target="https://doi.org/10.1371/currents.tol.cdf8b74881f87e3b01d56b43791626d2" TargetMode="External"/><Relationship Id="rId7" Type="http://schemas.openxmlformats.org/officeDocument/2006/relationships/hyperlink" Target="https://doi.org/10.1111/een.13447" TargetMode="External"/><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hyperlink" Target="https://doi.org/10.1098/rspb.2012.1581" TargetMode="External"/><Relationship Id="rId5" Type="http://schemas.openxmlformats.org/officeDocument/2006/relationships/hyperlink" Target="https://doi.org/10.1111/ecog.05427" TargetMode="External"/><Relationship Id="rId10" Type="http://schemas.openxmlformats.org/officeDocument/2006/relationships/hyperlink" Target="https://doi.org/10.1093/sysbio/syab038" TargetMode="External"/><Relationship Id="rId4" Type="http://schemas.openxmlformats.org/officeDocument/2006/relationships/hyperlink" Target="https://doi.org/10.1016/j.tree.2017.03.004" TargetMode="External"/><Relationship Id="rId9" Type="http://schemas.openxmlformats.org/officeDocument/2006/relationships/hyperlink" Target="https://doi.org/10.1038/srep3527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4"/>
          <p:cNvSpPr txBox="1">
            <a:spLocks noGrp="1"/>
          </p:cNvSpPr>
          <p:nvPr>
            <p:ph type="ctrTitle"/>
          </p:nvPr>
        </p:nvSpPr>
        <p:spPr>
          <a:xfrm>
            <a:off x="325485" y="2171686"/>
            <a:ext cx="8715147" cy="1615500"/>
          </a:xfrm>
          <a:prstGeom prst="rect">
            <a:avLst/>
          </a:prstGeom>
        </p:spPr>
        <p:txBody>
          <a:bodyPr spcFirstLastPara="1" wrap="square" lIns="91425" tIns="91425" rIns="91425" bIns="91425" anchor="b" anchorCtr="0">
            <a:noAutofit/>
          </a:bodyPr>
          <a:lstStyle/>
          <a:p>
            <a:pPr lvl="0"/>
            <a:r>
              <a:rPr lang="en-US" sz="3200" dirty="0"/>
              <a:t>Exploring Tropical Montane Phylogenetic Community Structure of </a:t>
            </a:r>
            <a:r>
              <a:rPr lang="en-US" sz="3200" dirty="0" err="1"/>
              <a:t>Carabidae</a:t>
            </a:r>
            <a:endParaRPr sz="3200" dirty="0">
              <a:solidFill>
                <a:schemeClr val="accent2"/>
              </a:solidFill>
            </a:endParaRPr>
          </a:p>
        </p:txBody>
      </p:sp>
      <p:sp>
        <p:nvSpPr>
          <p:cNvPr id="289" name="Google Shape;289;p34"/>
          <p:cNvSpPr txBox="1">
            <a:spLocks noGrp="1"/>
          </p:cNvSpPr>
          <p:nvPr>
            <p:ph type="subTitle" idx="1"/>
          </p:nvPr>
        </p:nvSpPr>
        <p:spPr>
          <a:xfrm>
            <a:off x="2109900" y="3821356"/>
            <a:ext cx="4924200" cy="912035"/>
          </a:xfrm>
          <a:prstGeom prst="rect">
            <a:avLst/>
          </a:prstGeom>
        </p:spPr>
        <p:txBody>
          <a:bodyPr spcFirstLastPara="1" wrap="square" lIns="91425" tIns="91425" rIns="91425" bIns="91425" anchor="t" anchorCtr="0">
            <a:noAutofit/>
          </a:bodyPr>
          <a:lstStyle/>
          <a:p>
            <a:r>
              <a:rPr lang="en-US" dirty="0"/>
              <a:t>By: Rebekah Hest</a:t>
            </a:r>
          </a:p>
          <a:p>
            <a:r>
              <a:rPr lang="en-US" dirty="0"/>
              <a:t>BINF*6210 Assignment 4</a:t>
            </a:r>
          </a:p>
          <a:p>
            <a:r>
              <a:rPr lang="en-US" dirty="0" err="1"/>
              <a:t>Github</a:t>
            </a:r>
            <a:r>
              <a:rPr lang="en-US" dirty="0"/>
              <a:t>: </a:t>
            </a:r>
          </a:p>
        </p:txBody>
      </p:sp>
      <p:sp>
        <p:nvSpPr>
          <p:cNvPr id="291" name="Google Shape;291;p34"/>
          <p:cNvSpPr/>
          <p:nvPr/>
        </p:nvSpPr>
        <p:spPr>
          <a:xfrm>
            <a:off x="-1045000" y="3963638"/>
            <a:ext cx="2942250" cy="562925"/>
          </a:xfrm>
          <a:custGeom>
            <a:avLst/>
            <a:gdLst/>
            <a:ahLst/>
            <a:cxnLst/>
            <a:rect l="l" t="t" r="r" b="b"/>
            <a:pathLst>
              <a:path w="117690" h="22517" extrusionOk="0">
                <a:moveTo>
                  <a:pt x="23276" y="0"/>
                </a:moveTo>
                <a:cubicBezTo>
                  <a:pt x="19799" y="0"/>
                  <a:pt x="16322" y="82"/>
                  <a:pt x="12848" y="258"/>
                </a:cubicBezTo>
                <a:cubicBezTo>
                  <a:pt x="12445" y="276"/>
                  <a:pt x="12445" y="880"/>
                  <a:pt x="12848" y="880"/>
                </a:cubicBezTo>
                <a:cubicBezTo>
                  <a:pt x="15515" y="832"/>
                  <a:pt x="18184" y="803"/>
                  <a:pt x="20853" y="803"/>
                </a:cubicBezTo>
                <a:cubicBezTo>
                  <a:pt x="25515" y="803"/>
                  <a:pt x="30178" y="891"/>
                  <a:pt x="34835" y="1116"/>
                </a:cubicBezTo>
                <a:cubicBezTo>
                  <a:pt x="36665" y="1199"/>
                  <a:pt x="38513" y="1317"/>
                  <a:pt x="40344" y="1452"/>
                </a:cubicBezTo>
                <a:cubicBezTo>
                  <a:pt x="41956" y="1552"/>
                  <a:pt x="43619" y="1703"/>
                  <a:pt x="45114" y="2375"/>
                </a:cubicBezTo>
                <a:cubicBezTo>
                  <a:pt x="46575" y="3013"/>
                  <a:pt x="47582" y="4256"/>
                  <a:pt x="48926" y="5079"/>
                </a:cubicBezTo>
                <a:cubicBezTo>
                  <a:pt x="50203" y="5886"/>
                  <a:pt x="51698" y="6238"/>
                  <a:pt x="53176" y="6490"/>
                </a:cubicBezTo>
                <a:cubicBezTo>
                  <a:pt x="60231" y="7666"/>
                  <a:pt x="67419" y="7581"/>
                  <a:pt x="74557" y="7599"/>
                </a:cubicBezTo>
                <a:cubicBezTo>
                  <a:pt x="78151" y="7599"/>
                  <a:pt x="81779" y="7599"/>
                  <a:pt x="85374" y="7868"/>
                </a:cubicBezTo>
                <a:cubicBezTo>
                  <a:pt x="86885" y="7985"/>
                  <a:pt x="88464" y="8204"/>
                  <a:pt x="89725" y="9111"/>
                </a:cubicBezTo>
                <a:cubicBezTo>
                  <a:pt x="90396" y="9597"/>
                  <a:pt x="90950" y="10219"/>
                  <a:pt x="91588" y="10739"/>
                </a:cubicBezTo>
                <a:cubicBezTo>
                  <a:pt x="92159" y="11209"/>
                  <a:pt x="92781" y="11563"/>
                  <a:pt x="93453" y="11832"/>
                </a:cubicBezTo>
                <a:cubicBezTo>
                  <a:pt x="95082" y="12486"/>
                  <a:pt x="96880" y="12604"/>
                  <a:pt x="98609" y="12755"/>
                </a:cubicBezTo>
                <a:cubicBezTo>
                  <a:pt x="100608" y="12923"/>
                  <a:pt x="102607" y="13108"/>
                  <a:pt x="104606" y="13276"/>
                </a:cubicBezTo>
                <a:cubicBezTo>
                  <a:pt x="108284" y="13594"/>
                  <a:pt x="111979" y="13914"/>
                  <a:pt x="115658" y="14233"/>
                </a:cubicBezTo>
                <a:cubicBezTo>
                  <a:pt x="113043" y="15692"/>
                  <a:pt x="110016" y="16023"/>
                  <a:pt x="107025" y="16023"/>
                </a:cubicBezTo>
                <a:cubicBezTo>
                  <a:pt x="106711" y="16023"/>
                  <a:pt x="106397" y="16019"/>
                  <a:pt x="106084" y="16013"/>
                </a:cubicBezTo>
                <a:cubicBezTo>
                  <a:pt x="103917" y="15976"/>
                  <a:pt x="101749" y="15842"/>
                  <a:pt x="99588" y="15842"/>
                </a:cubicBezTo>
                <a:cubicBezTo>
                  <a:pt x="97829" y="15842"/>
                  <a:pt x="96075" y="15931"/>
                  <a:pt x="94327" y="16232"/>
                </a:cubicBezTo>
                <a:cubicBezTo>
                  <a:pt x="90144" y="16954"/>
                  <a:pt x="86180" y="18533"/>
                  <a:pt x="82149" y="19759"/>
                </a:cubicBezTo>
                <a:cubicBezTo>
                  <a:pt x="80100" y="20380"/>
                  <a:pt x="78017" y="20918"/>
                  <a:pt x="75901" y="21186"/>
                </a:cubicBezTo>
                <a:cubicBezTo>
                  <a:pt x="74754" y="21327"/>
                  <a:pt x="73604" y="21382"/>
                  <a:pt x="72453" y="21382"/>
                </a:cubicBezTo>
                <a:cubicBezTo>
                  <a:pt x="71261" y="21382"/>
                  <a:pt x="70068" y="21323"/>
                  <a:pt x="68880" y="21237"/>
                </a:cubicBezTo>
                <a:cubicBezTo>
                  <a:pt x="64094" y="20868"/>
                  <a:pt x="59340" y="20481"/>
                  <a:pt x="54554" y="20380"/>
                </a:cubicBezTo>
                <a:cubicBezTo>
                  <a:pt x="53269" y="20353"/>
                  <a:pt x="51984" y="20340"/>
                  <a:pt x="50699" y="20340"/>
                </a:cubicBezTo>
                <a:cubicBezTo>
                  <a:pt x="47148" y="20340"/>
                  <a:pt x="43598" y="20444"/>
                  <a:pt x="40058" y="20666"/>
                </a:cubicBezTo>
                <a:cubicBezTo>
                  <a:pt x="37706" y="20817"/>
                  <a:pt x="35339" y="21137"/>
                  <a:pt x="32987" y="21220"/>
                </a:cubicBezTo>
                <a:cubicBezTo>
                  <a:pt x="32910" y="21223"/>
                  <a:pt x="32831" y="21224"/>
                  <a:pt x="32752" y="21224"/>
                </a:cubicBezTo>
                <a:cubicBezTo>
                  <a:pt x="31851" y="21224"/>
                  <a:pt x="30862" y="21030"/>
                  <a:pt x="30383" y="20196"/>
                </a:cubicBezTo>
                <a:cubicBezTo>
                  <a:pt x="29879" y="19305"/>
                  <a:pt x="30585" y="18617"/>
                  <a:pt x="31357" y="18297"/>
                </a:cubicBezTo>
                <a:cubicBezTo>
                  <a:pt x="32264" y="17928"/>
                  <a:pt x="33272" y="17811"/>
                  <a:pt x="34213" y="17659"/>
                </a:cubicBezTo>
                <a:cubicBezTo>
                  <a:pt x="35422" y="17441"/>
                  <a:pt x="36615" y="17256"/>
                  <a:pt x="37825" y="17106"/>
                </a:cubicBezTo>
                <a:cubicBezTo>
                  <a:pt x="40142" y="16803"/>
                  <a:pt x="42476" y="16584"/>
                  <a:pt x="44812" y="16416"/>
                </a:cubicBezTo>
                <a:cubicBezTo>
                  <a:pt x="54117" y="15744"/>
                  <a:pt x="63472" y="15879"/>
                  <a:pt x="72709" y="14501"/>
                </a:cubicBezTo>
                <a:cubicBezTo>
                  <a:pt x="73852" y="14333"/>
                  <a:pt x="74994" y="14132"/>
                  <a:pt x="76120" y="13914"/>
                </a:cubicBezTo>
                <a:cubicBezTo>
                  <a:pt x="76640" y="13813"/>
                  <a:pt x="76624" y="13142"/>
                  <a:pt x="76254" y="12889"/>
                </a:cubicBezTo>
                <a:cubicBezTo>
                  <a:pt x="72642" y="10403"/>
                  <a:pt x="67822" y="10656"/>
                  <a:pt x="63623" y="10521"/>
                </a:cubicBezTo>
                <a:cubicBezTo>
                  <a:pt x="58534" y="10370"/>
                  <a:pt x="53428" y="10286"/>
                  <a:pt x="48339" y="10253"/>
                </a:cubicBezTo>
                <a:cubicBezTo>
                  <a:pt x="47374" y="10248"/>
                  <a:pt x="46408" y="10245"/>
                  <a:pt x="45443" y="10245"/>
                </a:cubicBezTo>
                <a:cubicBezTo>
                  <a:pt x="36227" y="10245"/>
                  <a:pt x="26999" y="10465"/>
                  <a:pt x="17786" y="10891"/>
                </a:cubicBezTo>
                <a:cubicBezTo>
                  <a:pt x="12093" y="11142"/>
                  <a:pt x="6382" y="11496"/>
                  <a:pt x="688" y="11915"/>
                </a:cubicBezTo>
                <a:cubicBezTo>
                  <a:pt x="15" y="11965"/>
                  <a:pt x="0" y="13009"/>
                  <a:pt x="643" y="13009"/>
                </a:cubicBezTo>
                <a:cubicBezTo>
                  <a:pt x="657" y="13009"/>
                  <a:pt x="672" y="13008"/>
                  <a:pt x="688" y="13007"/>
                </a:cubicBezTo>
                <a:cubicBezTo>
                  <a:pt x="10732" y="12251"/>
                  <a:pt x="20793" y="11764"/>
                  <a:pt x="30871" y="11529"/>
                </a:cubicBezTo>
                <a:cubicBezTo>
                  <a:pt x="35629" y="11418"/>
                  <a:pt x="40387" y="11363"/>
                  <a:pt x="45146" y="11363"/>
                </a:cubicBezTo>
                <a:cubicBezTo>
                  <a:pt x="50415" y="11363"/>
                  <a:pt x="55684" y="11430"/>
                  <a:pt x="60952" y="11563"/>
                </a:cubicBezTo>
                <a:cubicBezTo>
                  <a:pt x="63606" y="11646"/>
                  <a:pt x="66293" y="11664"/>
                  <a:pt x="68931" y="11865"/>
                </a:cubicBezTo>
                <a:cubicBezTo>
                  <a:pt x="70795" y="12000"/>
                  <a:pt x="72676" y="12318"/>
                  <a:pt x="74355" y="13108"/>
                </a:cubicBezTo>
                <a:cubicBezTo>
                  <a:pt x="65185" y="14687"/>
                  <a:pt x="55864" y="14620"/>
                  <a:pt x="46592" y="15191"/>
                </a:cubicBezTo>
                <a:cubicBezTo>
                  <a:pt x="41805" y="15476"/>
                  <a:pt x="36985" y="15912"/>
                  <a:pt x="32282" y="16887"/>
                </a:cubicBezTo>
                <a:cubicBezTo>
                  <a:pt x="30737" y="17206"/>
                  <a:pt x="28755" y="18096"/>
                  <a:pt x="29140" y="20028"/>
                </a:cubicBezTo>
                <a:cubicBezTo>
                  <a:pt x="29500" y="21854"/>
                  <a:pt x="31350" y="22313"/>
                  <a:pt x="32992" y="22313"/>
                </a:cubicBezTo>
                <a:cubicBezTo>
                  <a:pt x="33267" y="22313"/>
                  <a:pt x="33537" y="22300"/>
                  <a:pt x="33794" y="22279"/>
                </a:cubicBezTo>
                <a:cubicBezTo>
                  <a:pt x="39589" y="21763"/>
                  <a:pt x="45390" y="21484"/>
                  <a:pt x="51193" y="21484"/>
                </a:cubicBezTo>
                <a:cubicBezTo>
                  <a:pt x="55414" y="21484"/>
                  <a:pt x="59636" y="21632"/>
                  <a:pt x="63859" y="21943"/>
                </a:cubicBezTo>
                <a:cubicBezTo>
                  <a:pt x="66327" y="22127"/>
                  <a:pt x="68797" y="22413"/>
                  <a:pt x="71265" y="22496"/>
                </a:cubicBezTo>
                <a:cubicBezTo>
                  <a:pt x="71630" y="22510"/>
                  <a:pt x="71995" y="22516"/>
                  <a:pt x="72358" y="22516"/>
                </a:cubicBezTo>
                <a:cubicBezTo>
                  <a:pt x="74336" y="22516"/>
                  <a:pt x="76292" y="22320"/>
                  <a:pt x="78236" y="21909"/>
                </a:cubicBezTo>
                <a:cubicBezTo>
                  <a:pt x="82552" y="21002"/>
                  <a:pt x="86617" y="19238"/>
                  <a:pt x="90849" y="18046"/>
                </a:cubicBezTo>
                <a:cubicBezTo>
                  <a:pt x="92983" y="17441"/>
                  <a:pt x="95167" y="16987"/>
                  <a:pt x="97384" y="16853"/>
                </a:cubicBezTo>
                <a:cubicBezTo>
                  <a:pt x="98091" y="16811"/>
                  <a:pt x="98802" y="16795"/>
                  <a:pt x="99512" y="16795"/>
                </a:cubicBezTo>
                <a:cubicBezTo>
                  <a:pt x="100808" y="16795"/>
                  <a:pt x="102106" y="16849"/>
                  <a:pt x="103397" y="16904"/>
                </a:cubicBezTo>
                <a:cubicBezTo>
                  <a:pt x="104590" y="16946"/>
                  <a:pt x="105805" y="16994"/>
                  <a:pt x="107021" y="16994"/>
                </a:cubicBezTo>
                <a:cubicBezTo>
                  <a:pt x="109705" y="16994"/>
                  <a:pt x="112394" y="16758"/>
                  <a:pt x="114868" y="15695"/>
                </a:cubicBezTo>
                <a:cubicBezTo>
                  <a:pt x="115741" y="15325"/>
                  <a:pt x="116547" y="14855"/>
                  <a:pt x="117304" y="14300"/>
                </a:cubicBezTo>
                <a:cubicBezTo>
                  <a:pt x="117689" y="14015"/>
                  <a:pt x="117555" y="13460"/>
                  <a:pt x="117069" y="13410"/>
                </a:cubicBezTo>
                <a:cubicBezTo>
                  <a:pt x="113373" y="13108"/>
                  <a:pt x="109678" y="12772"/>
                  <a:pt x="105983" y="12452"/>
                </a:cubicBezTo>
                <a:cubicBezTo>
                  <a:pt x="104152" y="12302"/>
                  <a:pt x="102304" y="12134"/>
                  <a:pt x="100457" y="11982"/>
                </a:cubicBezTo>
                <a:cubicBezTo>
                  <a:pt x="98828" y="11832"/>
                  <a:pt x="97165" y="11764"/>
                  <a:pt x="95552" y="11462"/>
                </a:cubicBezTo>
                <a:cubicBezTo>
                  <a:pt x="94780" y="11310"/>
                  <a:pt x="94007" y="11109"/>
                  <a:pt x="93301" y="10739"/>
                </a:cubicBezTo>
                <a:cubicBezTo>
                  <a:pt x="92562" y="10370"/>
                  <a:pt x="91958" y="9850"/>
                  <a:pt x="91353" y="9295"/>
                </a:cubicBezTo>
                <a:cubicBezTo>
                  <a:pt x="90195" y="8220"/>
                  <a:pt x="88986" y="7498"/>
                  <a:pt x="87423" y="7196"/>
                </a:cubicBezTo>
                <a:cubicBezTo>
                  <a:pt x="85810" y="6876"/>
                  <a:pt x="84148" y="6860"/>
                  <a:pt x="82518" y="6793"/>
                </a:cubicBezTo>
                <a:cubicBezTo>
                  <a:pt x="80772" y="6726"/>
                  <a:pt x="79025" y="6692"/>
                  <a:pt x="77278" y="6674"/>
                </a:cubicBezTo>
                <a:cubicBezTo>
                  <a:pt x="70089" y="6607"/>
                  <a:pt x="62867" y="6826"/>
                  <a:pt x="55712" y="5953"/>
                </a:cubicBezTo>
                <a:cubicBezTo>
                  <a:pt x="54032" y="5751"/>
                  <a:pt x="52285" y="5566"/>
                  <a:pt x="50690" y="4979"/>
                </a:cubicBezTo>
                <a:cubicBezTo>
                  <a:pt x="49128" y="4408"/>
                  <a:pt x="48070" y="3232"/>
                  <a:pt x="46727" y="2307"/>
                </a:cubicBezTo>
                <a:cubicBezTo>
                  <a:pt x="44140" y="493"/>
                  <a:pt x="40629" y="594"/>
                  <a:pt x="37606" y="426"/>
                </a:cubicBezTo>
                <a:cubicBezTo>
                  <a:pt x="32833" y="154"/>
                  <a:pt x="28054" y="0"/>
                  <a:pt x="232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Picture Placeholder 1">
            <a:extLst>
              <a:ext uri="{FF2B5EF4-FFF2-40B4-BE49-F238E27FC236}">
                <a16:creationId xmlns:a16="http://schemas.microsoft.com/office/drawing/2014/main" id="{9120647F-6371-5B8E-6CAF-8394748D9AB9}"/>
              </a:ext>
            </a:extLst>
          </p:cNvPr>
          <p:cNvSpPr>
            <a:spLocks noGrp="1"/>
          </p:cNvSpPr>
          <p:nvPr>
            <p:ph type="pic" idx="2"/>
          </p:nvPr>
        </p:nvSpPr>
        <p:spPr/>
        <p:txBody>
          <a:bodyPr/>
          <a:lstStyle/>
          <a:p>
            <a:endParaRPr lang="en-US"/>
          </a:p>
        </p:txBody>
      </p:sp>
      <p:pic>
        <p:nvPicPr>
          <p:cNvPr id="1040" name="Picture 16" descr="Tropical Landscape with Mountains and Clouds · Free Stock Photo">
            <a:extLst>
              <a:ext uri="{FF2B5EF4-FFF2-40B4-BE49-F238E27FC236}">
                <a16:creationId xmlns:a16="http://schemas.microsoft.com/office/drawing/2014/main" id="{968A1917-6D6D-F8D6-2B85-B2FE3482CFC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7672" b="31072"/>
          <a:stretch>
            <a:fillRect/>
          </a:stretch>
        </p:blipFill>
        <p:spPr bwMode="auto">
          <a:xfrm>
            <a:off x="0" y="535000"/>
            <a:ext cx="9144000" cy="203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7" name="Rectangle 6">
            <a:extLst>
              <a:ext uri="{FF2B5EF4-FFF2-40B4-BE49-F238E27FC236}">
                <a16:creationId xmlns:a16="http://schemas.microsoft.com/office/drawing/2014/main" id="{D642EE13-0310-446B-F078-5BC54218FB92}"/>
              </a:ext>
            </a:extLst>
          </p:cNvPr>
          <p:cNvSpPr/>
          <p:nvPr/>
        </p:nvSpPr>
        <p:spPr>
          <a:xfrm>
            <a:off x="6337190" y="3730616"/>
            <a:ext cx="2806810" cy="1438192"/>
          </a:xfrm>
          <a:prstGeom prst="rect">
            <a:avLst/>
          </a:prstGeom>
          <a:noFill/>
          <a:ln>
            <a:solidFill>
              <a:schemeClr val="accent3">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2BC567FB-8409-ACDE-A8A4-AF472962C070}"/>
              </a:ext>
            </a:extLst>
          </p:cNvPr>
          <p:cNvSpPr>
            <a:spLocks noGrp="1"/>
          </p:cNvSpPr>
          <p:nvPr>
            <p:ph type="body" idx="1"/>
          </p:nvPr>
        </p:nvSpPr>
        <p:spPr>
          <a:xfrm>
            <a:off x="719999" y="1203501"/>
            <a:ext cx="7704000" cy="2494495"/>
          </a:xfrm>
        </p:spPr>
        <p:txBody>
          <a:bodyPr/>
          <a:lstStyle/>
          <a:p>
            <a:pPr marL="0" indent="0">
              <a:buNone/>
            </a:pPr>
            <a:r>
              <a:rPr lang="en-CA" sz="1400" dirty="0">
                <a:latin typeface="Aptos" panose="020B0004020202020204" pitchFamily="34" charset="0"/>
                <a:cs typeface="Arial" panose="020B0604020202020204" pitchFamily="34" charset="0"/>
              </a:rPr>
              <a:t>Studying community assembly through evolutionary relationships provides a framework to infer the ecological processes that drive biodiversity patterns.</a:t>
            </a:r>
            <a:r>
              <a:rPr lang="en-US" sz="1400" dirty="0">
                <a:latin typeface="Aptos" panose="020B0004020202020204" pitchFamily="34" charset="0"/>
                <a:cs typeface="Arial" panose="020B0604020202020204" pitchFamily="34" charset="0"/>
              </a:rPr>
              <a:t> Phylogenetic diversity quantifies the degree of </a:t>
            </a:r>
            <a:r>
              <a:rPr lang="en-US" sz="1400" b="1" dirty="0">
                <a:solidFill>
                  <a:schemeClr val="bg2">
                    <a:lumMod val="75000"/>
                  </a:schemeClr>
                </a:solidFill>
                <a:latin typeface="Aptos" panose="020B0004020202020204" pitchFamily="34" charset="0"/>
                <a:cs typeface="Arial" panose="020B0604020202020204" pitchFamily="34" charset="0"/>
              </a:rPr>
              <a:t>phylogenetic clustering </a:t>
            </a:r>
            <a:r>
              <a:rPr lang="en-US" sz="1400" dirty="0">
                <a:latin typeface="Aptos" panose="020B0004020202020204" pitchFamily="34" charset="0"/>
                <a:cs typeface="Arial" panose="020B0604020202020204" pitchFamily="34" charset="0"/>
              </a:rPr>
              <a:t>or </a:t>
            </a:r>
            <a:r>
              <a:rPr lang="en-US" sz="1400" b="1" dirty="0">
                <a:solidFill>
                  <a:schemeClr val="bg2">
                    <a:lumMod val="75000"/>
                  </a:schemeClr>
                </a:solidFill>
                <a:latin typeface="Aptos" panose="020B0004020202020204" pitchFamily="34" charset="0"/>
                <a:cs typeface="Arial" panose="020B0604020202020204" pitchFamily="34" charset="0"/>
              </a:rPr>
              <a:t>overdispersion</a:t>
            </a:r>
            <a:r>
              <a:rPr lang="en-US" sz="1400" b="1" dirty="0">
                <a:latin typeface="Aptos" panose="020B0004020202020204" pitchFamily="34" charset="0"/>
                <a:cs typeface="Arial" panose="020B0604020202020204" pitchFamily="34" charset="0"/>
              </a:rPr>
              <a:t>. </a:t>
            </a:r>
            <a:r>
              <a:rPr lang="en-US" sz="1400" dirty="0">
                <a:latin typeface="Aptos" panose="020B0004020202020204" pitchFamily="34" charset="0"/>
                <a:cs typeface="Arial" panose="020B0604020202020204" pitchFamily="34" charset="0"/>
              </a:rPr>
              <a:t>More specifically, the goal is to uncover if local species coexistence is shaped more by environmental filtering, competition, historical biogeography, or stochastic processes.</a:t>
            </a:r>
          </a:p>
          <a:p>
            <a:pPr marL="0" indent="0">
              <a:buNone/>
            </a:pPr>
            <a:endParaRPr lang="en-US" sz="1400" dirty="0">
              <a:latin typeface="Aptos" panose="020B0004020202020204" pitchFamily="34" charset="0"/>
              <a:cs typeface="Arial" panose="020B0604020202020204" pitchFamily="34" charset="0"/>
            </a:endParaRPr>
          </a:p>
          <a:p>
            <a:pPr marL="0" indent="0">
              <a:buNone/>
            </a:pPr>
            <a:endParaRPr lang="en-CA" sz="1400" dirty="0">
              <a:latin typeface="Aptos" panose="020B0004020202020204" pitchFamily="34" charset="0"/>
              <a:cs typeface="Arial" panose="020B0604020202020204" pitchFamily="34" charset="0"/>
            </a:endParaRPr>
          </a:p>
          <a:p>
            <a:pPr marL="0" indent="0">
              <a:buNone/>
            </a:pPr>
            <a:r>
              <a:rPr lang="en-CA" sz="1400" dirty="0">
                <a:latin typeface="Aptos" panose="020B0004020202020204" pitchFamily="34" charset="0"/>
                <a:cs typeface="Arial" panose="020B0604020202020204" pitchFamily="34" charset="0"/>
              </a:rPr>
              <a:t>This research is critical for predicting species responses to climate change, managing ecosystems, and conserving evolutionary diversity (</a:t>
            </a:r>
            <a:r>
              <a:rPr lang="en-CA" sz="1400" dirty="0" err="1">
                <a:latin typeface="Aptos" panose="020B0004020202020204" pitchFamily="34" charset="0"/>
                <a:cs typeface="Arial" panose="020B0604020202020204" pitchFamily="34" charset="0"/>
              </a:rPr>
              <a:t>Hoiss</a:t>
            </a:r>
            <a:r>
              <a:rPr lang="en-CA" sz="1400" dirty="0">
                <a:latin typeface="Aptos" panose="020B0004020202020204" pitchFamily="34" charset="0"/>
                <a:cs typeface="Arial" panose="020B0604020202020204" pitchFamily="34" charset="0"/>
              </a:rPr>
              <a:t> et al., 2012). </a:t>
            </a:r>
            <a:r>
              <a:rPr lang="en-US" sz="1400" dirty="0">
                <a:latin typeface="Aptos" panose="020B0004020202020204" pitchFamily="34" charset="0"/>
                <a:cs typeface="Arial" panose="020B0604020202020204" pitchFamily="34" charset="0"/>
              </a:rPr>
              <a:t>Combining phylogenetic data with distributional data can highlight the underlying drivers of community composition.</a:t>
            </a:r>
          </a:p>
          <a:p>
            <a:endParaRPr lang="en-US" dirty="0"/>
          </a:p>
        </p:txBody>
      </p:sp>
      <p:sp>
        <p:nvSpPr>
          <p:cNvPr id="5" name="Title 1">
            <a:extLst>
              <a:ext uri="{FF2B5EF4-FFF2-40B4-BE49-F238E27FC236}">
                <a16:creationId xmlns:a16="http://schemas.microsoft.com/office/drawing/2014/main" id="{5921BCF4-D5C2-2DC2-AC38-40163CA1679C}"/>
              </a:ext>
            </a:extLst>
          </p:cNvPr>
          <p:cNvSpPr txBox="1">
            <a:spLocks/>
          </p:cNvSpPr>
          <p:nvPr/>
        </p:nvSpPr>
        <p:spPr>
          <a:xfrm>
            <a:off x="471651" y="331047"/>
            <a:ext cx="8200697" cy="5992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1pPr>
            <a:lvl2pPr marR="0" lvl="1"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2pPr>
            <a:lvl3pPr marR="0" lvl="2"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3pPr>
            <a:lvl4pPr marR="0" lvl="3"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4pPr>
            <a:lvl5pPr marR="0" lvl="4"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5pPr>
            <a:lvl6pPr marR="0" lvl="5"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6pPr>
            <a:lvl7pPr marR="0" lvl="6"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7pPr>
            <a:lvl8pPr marR="0" lvl="7"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8pPr>
            <a:lvl9pPr marR="0" lvl="8"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9pPr>
          </a:lstStyle>
          <a:p>
            <a:r>
              <a:rPr lang="en-US" dirty="0"/>
              <a:t>Phylogenetic Community Structure </a:t>
            </a:r>
          </a:p>
        </p:txBody>
      </p:sp>
      <p:pic>
        <p:nvPicPr>
          <p:cNvPr id="4100" name="Picture 4" descr="PPT - Community Phylogenetic structure with R PowerPoint Presentation, free  download - ID:1893738">
            <a:extLst>
              <a:ext uri="{FF2B5EF4-FFF2-40B4-BE49-F238E27FC236}">
                <a16:creationId xmlns:a16="http://schemas.microsoft.com/office/drawing/2014/main" id="{286BCF1A-70E5-D6D3-941B-EB018F3F98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057" t="14840" r="5594" b="53618"/>
          <a:stretch>
            <a:fillRect/>
          </a:stretch>
        </p:blipFill>
        <p:spPr bwMode="auto">
          <a:xfrm>
            <a:off x="6603655" y="3871984"/>
            <a:ext cx="1063863" cy="103367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PPT - Community Phylogenetic structure with R PowerPoint Presentation, free  download - ID:1893738">
            <a:extLst>
              <a:ext uri="{FF2B5EF4-FFF2-40B4-BE49-F238E27FC236}">
                <a16:creationId xmlns:a16="http://schemas.microsoft.com/office/drawing/2014/main" id="{12A50540-3977-7BC5-BCB7-CD0510D6FD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11" t="58493" r="6140" b="14420"/>
          <a:stretch>
            <a:fillRect/>
          </a:stretch>
        </p:blipFill>
        <p:spPr bwMode="auto">
          <a:xfrm>
            <a:off x="7918769" y="3931619"/>
            <a:ext cx="1095901" cy="914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
            <a:extLst>
              <a:ext uri="{FF2B5EF4-FFF2-40B4-BE49-F238E27FC236}">
                <a16:creationId xmlns:a16="http://schemas.microsoft.com/office/drawing/2014/main" id="{B31D4019-FB4F-3897-657D-A3ADCD4A9A93}"/>
              </a:ext>
            </a:extLst>
          </p:cNvPr>
          <p:cNvSpPr txBox="1">
            <a:spLocks/>
          </p:cNvSpPr>
          <p:nvPr/>
        </p:nvSpPr>
        <p:spPr>
          <a:xfrm>
            <a:off x="6679312" y="4792080"/>
            <a:ext cx="988206" cy="3550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gtree"/>
              <a:buChar char="●"/>
              <a:defRPr sz="1200" b="0" i="0" u="none" strike="noStrike" cap="none">
                <a:solidFill>
                  <a:schemeClr val="dk1"/>
                </a:solidFill>
                <a:latin typeface="Figtree"/>
                <a:ea typeface="Figtree"/>
                <a:cs typeface="Figtree"/>
                <a:sym typeface="Figtree"/>
              </a:defRPr>
            </a:lvl1pPr>
            <a:lvl2pPr marL="914400" marR="0" lvl="1"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2pPr>
            <a:lvl3pPr marL="1371600" marR="0" lvl="2"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3pPr>
            <a:lvl4pPr marL="1828800" marR="0" lvl="3"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4pPr>
            <a:lvl5pPr marL="2286000" marR="0" lvl="4"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5pPr>
            <a:lvl6pPr marL="2743200" marR="0" lvl="5"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6pPr>
            <a:lvl7pPr marL="3200400" marR="0" lvl="6"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7pPr>
            <a:lvl8pPr marL="3657600" marR="0" lvl="7"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8pPr>
            <a:lvl9pPr marL="4114800" marR="0" lvl="8"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9pPr>
          </a:lstStyle>
          <a:p>
            <a:pPr marL="0" indent="0">
              <a:buFont typeface="Figtree"/>
              <a:buNone/>
            </a:pPr>
            <a:r>
              <a:rPr lang="en-US" sz="1100" dirty="0">
                <a:solidFill>
                  <a:schemeClr val="tx1"/>
                </a:solidFill>
                <a:latin typeface="Aptos" panose="020B0004020202020204" pitchFamily="34" charset="0"/>
                <a:cs typeface="Arial" panose="020B0604020202020204" pitchFamily="34" charset="0"/>
              </a:rPr>
              <a:t>Clustering</a:t>
            </a:r>
            <a:endParaRPr lang="en-US" sz="1050" dirty="0">
              <a:solidFill>
                <a:schemeClr val="tx1"/>
              </a:solidFill>
            </a:endParaRPr>
          </a:p>
        </p:txBody>
      </p:sp>
      <p:sp>
        <p:nvSpPr>
          <p:cNvPr id="6" name="Text Placeholder 2">
            <a:extLst>
              <a:ext uri="{FF2B5EF4-FFF2-40B4-BE49-F238E27FC236}">
                <a16:creationId xmlns:a16="http://schemas.microsoft.com/office/drawing/2014/main" id="{043339C3-BD5E-8753-94E0-EB8C96DE1317}"/>
              </a:ext>
            </a:extLst>
          </p:cNvPr>
          <p:cNvSpPr txBox="1">
            <a:spLocks/>
          </p:cNvSpPr>
          <p:nvPr/>
        </p:nvSpPr>
        <p:spPr>
          <a:xfrm>
            <a:off x="7838381" y="4781093"/>
            <a:ext cx="1171235" cy="3550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gtree"/>
              <a:buChar char="●"/>
              <a:defRPr sz="1200" b="0" i="0" u="none" strike="noStrike" cap="none">
                <a:solidFill>
                  <a:schemeClr val="dk1"/>
                </a:solidFill>
                <a:latin typeface="Figtree"/>
                <a:ea typeface="Figtree"/>
                <a:cs typeface="Figtree"/>
                <a:sym typeface="Figtree"/>
              </a:defRPr>
            </a:lvl1pPr>
            <a:lvl2pPr marL="914400" marR="0" lvl="1"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2pPr>
            <a:lvl3pPr marL="1371600" marR="0" lvl="2"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3pPr>
            <a:lvl4pPr marL="1828800" marR="0" lvl="3"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4pPr>
            <a:lvl5pPr marL="2286000" marR="0" lvl="4"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5pPr>
            <a:lvl6pPr marL="2743200" marR="0" lvl="5"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6pPr>
            <a:lvl7pPr marL="3200400" marR="0" lvl="6"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7pPr>
            <a:lvl8pPr marL="3657600" marR="0" lvl="7"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8pPr>
            <a:lvl9pPr marL="4114800" marR="0" lvl="8"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9pPr>
          </a:lstStyle>
          <a:p>
            <a:pPr marL="0" indent="0">
              <a:buFont typeface="Figtree"/>
              <a:buNone/>
            </a:pPr>
            <a:r>
              <a:rPr lang="en-US" sz="1100" dirty="0">
                <a:solidFill>
                  <a:schemeClr val="tx1"/>
                </a:solidFill>
                <a:latin typeface="Aptos" panose="020B0004020202020204" pitchFamily="34" charset="0"/>
                <a:cs typeface="Arial" panose="020B0604020202020204" pitchFamily="34" charset="0"/>
              </a:rPr>
              <a:t>Overdispersion</a:t>
            </a:r>
            <a:endParaRPr lang="en-US" sz="105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6"/>
          <p:cNvSpPr txBox="1">
            <a:spLocks noGrp="1"/>
          </p:cNvSpPr>
          <p:nvPr>
            <p:ph type="title"/>
          </p:nvPr>
        </p:nvSpPr>
        <p:spPr>
          <a:xfrm>
            <a:off x="624584" y="373464"/>
            <a:ext cx="8153656" cy="572700"/>
          </a:xfrm>
          <a:prstGeom prst="rect">
            <a:avLst/>
          </a:prstGeom>
        </p:spPr>
        <p:txBody>
          <a:bodyPr spcFirstLastPara="1" wrap="square" lIns="91425" tIns="91425" rIns="91425" bIns="91425" anchor="t" anchorCtr="0">
            <a:noAutofit/>
          </a:bodyPr>
          <a:lstStyle/>
          <a:p>
            <a:pPr lvl="0" algn="ctr"/>
            <a:r>
              <a:rPr lang="en-US" dirty="0"/>
              <a:t>Insect Biodiversity in Tropical Mountains</a:t>
            </a:r>
            <a:endParaRPr dirty="0"/>
          </a:p>
        </p:txBody>
      </p:sp>
      <p:sp>
        <p:nvSpPr>
          <p:cNvPr id="26" name="Text Placeholder 2">
            <a:extLst>
              <a:ext uri="{FF2B5EF4-FFF2-40B4-BE49-F238E27FC236}">
                <a16:creationId xmlns:a16="http://schemas.microsoft.com/office/drawing/2014/main" id="{CC3A208F-E843-75A5-5EDD-5B666D5FBB06}"/>
              </a:ext>
            </a:extLst>
          </p:cNvPr>
          <p:cNvSpPr txBox="1">
            <a:spLocks/>
          </p:cNvSpPr>
          <p:nvPr/>
        </p:nvSpPr>
        <p:spPr>
          <a:xfrm>
            <a:off x="827342" y="1134812"/>
            <a:ext cx="7748140" cy="254437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Domine"/>
                <a:ea typeface="Domine"/>
                <a:cs typeface="Domine"/>
                <a:sym typeface="Domine"/>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marL="0" indent="0"/>
            <a:r>
              <a:rPr lang="en-US" sz="1400" b="0" dirty="0">
                <a:latin typeface="Aptos" panose="020B0004020202020204" pitchFamily="34" charset="0"/>
              </a:rPr>
              <a:t>Ecosystems that display rapidly changing conditions along elevational gradients are described as having high environmental turnover and are useful at modelling complex interactions. Tropical mountains contain a wide spectrum of microclimates and are considered global hotspots of biodiversity due to their climatic stability but are underrepresented in ecology and evolution studies (Montano-Centellas et al., 2020).</a:t>
            </a:r>
          </a:p>
          <a:p>
            <a:pPr marL="0" indent="0"/>
            <a:endParaRPr lang="en-US" sz="1400" b="0" dirty="0">
              <a:latin typeface="Aptos" panose="020B0004020202020204" pitchFamily="34" charset="0"/>
            </a:endParaRPr>
          </a:p>
          <a:p>
            <a:pPr marL="0" indent="0"/>
            <a:r>
              <a:rPr lang="en-US" sz="1400" b="0" dirty="0">
                <a:latin typeface="Aptos" panose="020B0004020202020204" pitchFamily="34" charset="0"/>
              </a:rPr>
              <a:t>Hyperdiverse taxonomic groups with highly unresolved phylogenies like insects are ideal candidate study systems due to their environmental sensitivity (Dolson et al., 2021). Despite extensive ecological work, </a:t>
            </a:r>
            <a:r>
              <a:rPr lang="en-CA" sz="1400" dirty="0">
                <a:solidFill>
                  <a:schemeClr val="accent1">
                    <a:lumMod val="25000"/>
                  </a:schemeClr>
                </a:solidFill>
                <a:latin typeface="Aptos" panose="020B0004020202020204" pitchFamily="34" charset="0"/>
              </a:rPr>
              <a:t>phylogenetic community structure in tropical montane Carabidae</a:t>
            </a:r>
            <a:r>
              <a:rPr lang="en-CA" sz="1400" b="0" dirty="0">
                <a:latin typeface="Aptos" panose="020B0004020202020204" pitchFamily="34" charset="0"/>
              </a:rPr>
              <a:t> remains understudied, especially regarding how lineage diversification interacts with elevational gradients.</a:t>
            </a:r>
            <a:endParaRPr lang="en-US" sz="1400" b="0" dirty="0">
              <a:latin typeface="Aptos" panose="020B0004020202020204" pitchFamily="34" charset="0"/>
            </a:endParaRPr>
          </a:p>
        </p:txBody>
      </p:sp>
      <p:pic>
        <p:nvPicPr>
          <p:cNvPr id="3078" name="Picture 6" descr="An Introduction to Ground Beetles: Beneficial Predators on Your Farm |  eOrganic">
            <a:extLst>
              <a:ext uri="{FF2B5EF4-FFF2-40B4-BE49-F238E27FC236}">
                <a16:creationId xmlns:a16="http://schemas.microsoft.com/office/drawing/2014/main" id="{94E42F25-8E37-03DA-1AA7-FA5ECD4EB5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257" t="27841" r="19885" b="19323"/>
          <a:stretch>
            <a:fillRect/>
          </a:stretch>
        </p:blipFill>
        <p:spPr bwMode="auto">
          <a:xfrm>
            <a:off x="4572000" y="3867835"/>
            <a:ext cx="1785664" cy="9630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0"/>
          <p:cNvSpPr txBox="1">
            <a:spLocks noGrp="1"/>
          </p:cNvSpPr>
          <p:nvPr>
            <p:ph type="subTitle" idx="1"/>
          </p:nvPr>
        </p:nvSpPr>
        <p:spPr>
          <a:xfrm>
            <a:off x="244675" y="2635144"/>
            <a:ext cx="2801787" cy="713400"/>
          </a:xfrm>
          <a:prstGeom prst="rect">
            <a:avLst/>
          </a:prstGeom>
        </p:spPr>
        <p:txBody>
          <a:bodyPr spcFirstLastPara="1" wrap="square" lIns="91425" tIns="91425" rIns="91425" bIns="91425" anchor="b" anchorCtr="0">
            <a:noAutofit/>
          </a:bodyPr>
          <a:lstStyle/>
          <a:p>
            <a:r>
              <a:rPr lang="en-US" sz="1600" dirty="0"/>
              <a:t>Environmental Filtering</a:t>
            </a:r>
          </a:p>
          <a:p>
            <a:r>
              <a:rPr lang="en-US" sz="1600" dirty="0"/>
              <a:t>(Abiotic Stress)</a:t>
            </a:r>
          </a:p>
        </p:txBody>
      </p:sp>
      <p:sp>
        <p:nvSpPr>
          <p:cNvPr id="394" name="Google Shape;394;p40"/>
          <p:cNvSpPr txBox="1">
            <a:spLocks noGrp="1"/>
          </p:cNvSpPr>
          <p:nvPr>
            <p:ph type="subTitle" idx="5"/>
          </p:nvPr>
        </p:nvSpPr>
        <p:spPr>
          <a:xfrm>
            <a:off x="3241123" y="2635144"/>
            <a:ext cx="2952681" cy="713400"/>
          </a:xfrm>
          <a:prstGeom prst="rect">
            <a:avLst/>
          </a:prstGeom>
        </p:spPr>
        <p:txBody>
          <a:bodyPr spcFirstLastPara="1" wrap="square" lIns="91425" tIns="91425" rIns="91425" bIns="91425" anchor="b" anchorCtr="0">
            <a:noAutofit/>
          </a:bodyPr>
          <a:lstStyle/>
          <a:p>
            <a:pPr marL="0" lvl="0" indent="0">
              <a:buClrTx/>
              <a:buSzTx/>
              <a:defRPr/>
            </a:pPr>
            <a:r>
              <a:rPr lang="en-US" sz="1600" dirty="0"/>
              <a:t>Sky-Island Diversification (Endemism)</a:t>
            </a:r>
          </a:p>
        </p:txBody>
      </p:sp>
      <p:sp>
        <p:nvSpPr>
          <p:cNvPr id="395" name="Google Shape;395;p40"/>
          <p:cNvSpPr txBox="1">
            <a:spLocks noGrp="1"/>
          </p:cNvSpPr>
          <p:nvPr>
            <p:ph type="subTitle" idx="6"/>
          </p:nvPr>
        </p:nvSpPr>
        <p:spPr>
          <a:xfrm>
            <a:off x="6242502" y="2663450"/>
            <a:ext cx="2343599" cy="655982"/>
          </a:xfrm>
          <a:prstGeom prst="rect">
            <a:avLst/>
          </a:prstGeom>
        </p:spPr>
        <p:txBody>
          <a:bodyPr spcFirstLastPara="1" wrap="square" lIns="91425" tIns="91425" rIns="91425" bIns="91425" anchor="b" anchorCtr="0">
            <a:noAutofit/>
          </a:bodyPr>
          <a:lstStyle/>
          <a:p>
            <a:pPr marL="0" lvl="0" indent="0">
              <a:buClrTx/>
              <a:buSzTx/>
              <a:defRPr/>
            </a:pPr>
            <a:r>
              <a:rPr lang="en-US" sz="1600" dirty="0"/>
              <a:t>Competition</a:t>
            </a:r>
          </a:p>
          <a:p>
            <a:pPr marL="0" lvl="0" indent="0">
              <a:buClrTx/>
              <a:buSzTx/>
              <a:defRPr/>
            </a:pPr>
            <a:r>
              <a:rPr lang="en-US" sz="1600" dirty="0"/>
              <a:t>(Inter-Species)</a:t>
            </a:r>
          </a:p>
        </p:txBody>
      </p:sp>
      <p:sp>
        <p:nvSpPr>
          <p:cNvPr id="396" name="Google Shape;396;p40"/>
          <p:cNvSpPr txBox="1">
            <a:spLocks noGrp="1"/>
          </p:cNvSpPr>
          <p:nvPr>
            <p:ph type="title"/>
          </p:nvPr>
        </p:nvSpPr>
        <p:spPr>
          <a:xfrm>
            <a:off x="479987" y="348388"/>
            <a:ext cx="8249071" cy="572700"/>
          </a:xfrm>
          <a:prstGeom prst="rect">
            <a:avLst/>
          </a:prstGeom>
        </p:spPr>
        <p:txBody>
          <a:bodyPr spcFirstLastPara="1" wrap="square" lIns="91425" tIns="91425" rIns="91425" bIns="91425" anchor="t" anchorCtr="0">
            <a:noAutofit/>
          </a:bodyPr>
          <a:lstStyle/>
          <a:p>
            <a:pPr lvl="0" algn="ctr"/>
            <a:r>
              <a:rPr lang="en-CA" dirty="0"/>
              <a:t>Study Objective &amp; Competing Hypotheses</a:t>
            </a:r>
            <a:endParaRPr dirty="0"/>
          </a:p>
        </p:txBody>
      </p:sp>
      <p:sp>
        <p:nvSpPr>
          <p:cNvPr id="397" name="Google Shape;397;p40"/>
          <p:cNvSpPr txBox="1">
            <a:spLocks noGrp="1"/>
          </p:cNvSpPr>
          <p:nvPr>
            <p:ph type="subTitle" idx="2"/>
          </p:nvPr>
        </p:nvSpPr>
        <p:spPr>
          <a:xfrm>
            <a:off x="856022" y="3404629"/>
            <a:ext cx="1928921" cy="115875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en-CA" sz="1600" dirty="0"/>
              <a:t>At high elevations</a:t>
            </a:r>
          </a:p>
          <a:p>
            <a:pPr marL="171450" lvl="0" indent="-171450" algn="l" rtl="0">
              <a:spcBef>
                <a:spcPts val="0"/>
              </a:spcBef>
              <a:spcAft>
                <a:spcPts val="0"/>
              </a:spcAft>
              <a:buFont typeface="Arial" panose="020B0604020202020204" pitchFamily="34" charset="0"/>
              <a:buChar char="•"/>
            </a:pPr>
            <a:r>
              <a:rPr lang="en-CA" sz="1600" dirty="0">
                <a:solidFill>
                  <a:schemeClr val="tx1"/>
                </a:solidFill>
              </a:rPr>
              <a:t>Clustering</a:t>
            </a:r>
          </a:p>
          <a:p>
            <a:pPr marL="171450" indent="-171450" algn="l">
              <a:buFont typeface="Arial" panose="020B0604020202020204" pitchFamily="34" charset="0"/>
              <a:buChar char="•"/>
            </a:pPr>
            <a:r>
              <a:rPr lang="en-CA" sz="1600" dirty="0">
                <a:solidFill>
                  <a:schemeClr val="tx1"/>
                </a:solidFill>
              </a:rPr>
              <a:t>Low </a:t>
            </a:r>
            <a:r>
              <a:rPr lang="el-GR" sz="1600" dirty="0">
                <a:solidFill>
                  <a:schemeClr val="tx1"/>
                </a:solidFill>
              </a:rPr>
              <a:t>α-</a:t>
            </a:r>
            <a:r>
              <a:rPr lang="en-CA" sz="1600" dirty="0">
                <a:solidFill>
                  <a:schemeClr val="tx1"/>
                </a:solidFill>
              </a:rPr>
              <a:t>diversity</a:t>
            </a:r>
          </a:p>
          <a:p>
            <a:pPr marL="171450" indent="-171450" algn="l">
              <a:buFont typeface="Arial" panose="020B0604020202020204" pitchFamily="34" charset="0"/>
              <a:buChar char="•"/>
            </a:pPr>
            <a:r>
              <a:rPr lang="en-CA" sz="1600" dirty="0">
                <a:solidFill>
                  <a:schemeClr val="tx1"/>
                </a:solidFill>
              </a:rPr>
              <a:t>Low </a:t>
            </a:r>
            <a:r>
              <a:rPr lang="el-GR" sz="1600" dirty="0">
                <a:solidFill>
                  <a:schemeClr val="tx1"/>
                </a:solidFill>
              </a:rPr>
              <a:t>β-</a:t>
            </a:r>
            <a:r>
              <a:rPr lang="en-CA" sz="1600" dirty="0">
                <a:solidFill>
                  <a:schemeClr val="tx1"/>
                </a:solidFill>
              </a:rPr>
              <a:t>diversity</a:t>
            </a:r>
          </a:p>
          <a:p>
            <a:pPr marL="171450" indent="-171450">
              <a:buFont typeface="Arial" panose="020B0604020202020204" pitchFamily="34" charset="0"/>
              <a:buChar char="•"/>
            </a:pPr>
            <a:endParaRPr dirty="0"/>
          </a:p>
        </p:txBody>
      </p:sp>
      <p:sp>
        <p:nvSpPr>
          <p:cNvPr id="398" name="Google Shape;398;p40"/>
          <p:cNvSpPr txBox="1">
            <a:spLocks noGrp="1"/>
          </p:cNvSpPr>
          <p:nvPr>
            <p:ph type="subTitle" idx="3"/>
          </p:nvPr>
        </p:nvSpPr>
        <p:spPr>
          <a:xfrm>
            <a:off x="3392017" y="3404629"/>
            <a:ext cx="2801787" cy="156139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At high elevations</a:t>
            </a:r>
          </a:p>
          <a:p>
            <a:pPr marL="171450" lvl="0" indent="-171450" algn="l" rtl="0">
              <a:spcBef>
                <a:spcPts val="0"/>
              </a:spcBef>
              <a:spcAft>
                <a:spcPts val="0"/>
              </a:spcAft>
              <a:buFont typeface="Arial" panose="020B0604020202020204" pitchFamily="34" charset="0"/>
              <a:buChar char="•"/>
            </a:pPr>
            <a:r>
              <a:rPr lang="en" sz="1600" dirty="0">
                <a:solidFill>
                  <a:schemeClr val="tx1"/>
                </a:solidFill>
              </a:rPr>
              <a:t>Clustering (possible)</a:t>
            </a:r>
          </a:p>
          <a:p>
            <a:pPr marL="171450" lvl="0" indent="-171450" algn="l">
              <a:buFont typeface="Arial" panose="020B0604020202020204" pitchFamily="34" charset="0"/>
              <a:buChar char="•"/>
            </a:pPr>
            <a:r>
              <a:rPr lang="en-CA" sz="1600" dirty="0">
                <a:solidFill>
                  <a:schemeClr val="tx1"/>
                </a:solidFill>
              </a:rPr>
              <a:t>L</a:t>
            </a:r>
            <a:r>
              <a:rPr lang="en" sz="1600" dirty="0">
                <a:solidFill>
                  <a:schemeClr val="tx1"/>
                </a:solidFill>
              </a:rPr>
              <a:t>ow-moderate </a:t>
            </a:r>
            <a:r>
              <a:rPr lang="el-GR" sz="1600" dirty="0">
                <a:solidFill>
                  <a:schemeClr val="tx1"/>
                </a:solidFill>
              </a:rPr>
              <a:t>α-</a:t>
            </a:r>
            <a:r>
              <a:rPr lang="en-CA" sz="1600" dirty="0">
                <a:solidFill>
                  <a:schemeClr val="tx1"/>
                </a:solidFill>
              </a:rPr>
              <a:t>diversity</a:t>
            </a:r>
          </a:p>
          <a:p>
            <a:pPr marL="171450" indent="-171450" algn="l">
              <a:buFont typeface="Arial" panose="020B0604020202020204" pitchFamily="34" charset="0"/>
              <a:buChar char="•"/>
            </a:pPr>
            <a:r>
              <a:rPr lang="en-CA" sz="1600" dirty="0">
                <a:solidFill>
                  <a:schemeClr val="tx1"/>
                </a:solidFill>
              </a:rPr>
              <a:t>High </a:t>
            </a:r>
            <a:r>
              <a:rPr lang="el-GR" sz="1600" dirty="0">
                <a:solidFill>
                  <a:schemeClr val="tx1"/>
                </a:solidFill>
              </a:rPr>
              <a:t>β-</a:t>
            </a:r>
            <a:r>
              <a:rPr lang="en-CA" sz="1600" dirty="0">
                <a:solidFill>
                  <a:schemeClr val="tx1"/>
                </a:solidFill>
              </a:rPr>
              <a:t>diversity</a:t>
            </a:r>
          </a:p>
          <a:p>
            <a:pPr marL="171450" lvl="0" indent="-171450" algn="l">
              <a:buFont typeface="Arial" panose="020B0604020202020204" pitchFamily="34" charset="0"/>
              <a:buChar char="•"/>
            </a:pPr>
            <a:endParaRPr lang="en" dirty="0"/>
          </a:p>
          <a:p>
            <a:pPr marL="171450" lvl="0" indent="-171450" algn="l" rtl="0">
              <a:spcBef>
                <a:spcPts val="0"/>
              </a:spcBef>
              <a:spcAft>
                <a:spcPts val="0"/>
              </a:spcAft>
              <a:buFont typeface="Arial" panose="020B0604020202020204" pitchFamily="34" charset="0"/>
              <a:buChar char="•"/>
            </a:pPr>
            <a:endParaRPr lang="en" dirty="0"/>
          </a:p>
          <a:p>
            <a:pPr marL="0" lvl="0" indent="0" algn="ctr" rtl="0">
              <a:spcBef>
                <a:spcPts val="0"/>
              </a:spcBef>
              <a:spcAft>
                <a:spcPts val="0"/>
              </a:spcAft>
              <a:buNone/>
            </a:pPr>
            <a:endParaRPr lang="en" dirty="0"/>
          </a:p>
        </p:txBody>
      </p:sp>
      <p:sp>
        <p:nvSpPr>
          <p:cNvPr id="399" name="Google Shape;399;p40"/>
          <p:cNvSpPr txBox="1">
            <a:spLocks noGrp="1"/>
          </p:cNvSpPr>
          <p:nvPr>
            <p:ph type="subTitle" idx="4"/>
          </p:nvPr>
        </p:nvSpPr>
        <p:spPr>
          <a:xfrm>
            <a:off x="6439598" y="3404629"/>
            <a:ext cx="2436395" cy="156139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At low elevations</a:t>
            </a:r>
          </a:p>
          <a:p>
            <a:pPr marL="171450" lvl="0" indent="-171450" algn="l" rtl="0">
              <a:spcBef>
                <a:spcPts val="0"/>
              </a:spcBef>
              <a:spcAft>
                <a:spcPts val="0"/>
              </a:spcAft>
              <a:buFont typeface="Arial" panose="020B0604020202020204" pitchFamily="34" charset="0"/>
              <a:buChar char="•"/>
            </a:pPr>
            <a:r>
              <a:rPr lang="en" sz="1600" dirty="0">
                <a:solidFill>
                  <a:schemeClr val="tx1"/>
                </a:solidFill>
              </a:rPr>
              <a:t>Overdispersion</a:t>
            </a:r>
          </a:p>
          <a:p>
            <a:pPr marL="171450" indent="-171450" algn="l">
              <a:buFont typeface="Arial" panose="020B0604020202020204" pitchFamily="34" charset="0"/>
              <a:buChar char="•"/>
            </a:pPr>
            <a:r>
              <a:rPr lang="en" sz="1600" dirty="0">
                <a:solidFill>
                  <a:schemeClr val="tx1"/>
                </a:solidFill>
              </a:rPr>
              <a:t>High </a:t>
            </a:r>
            <a:r>
              <a:rPr lang="el-GR" sz="1600" dirty="0">
                <a:solidFill>
                  <a:schemeClr val="tx1"/>
                </a:solidFill>
              </a:rPr>
              <a:t>α-</a:t>
            </a:r>
            <a:r>
              <a:rPr lang="en-CA" sz="1600" dirty="0">
                <a:solidFill>
                  <a:schemeClr val="tx1"/>
                </a:solidFill>
              </a:rPr>
              <a:t>diversity</a:t>
            </a:r>
          </a:p>
          <a:p>
            <a:pPr marL="171450" indent="-171450" algn="l">
              <a:buFont typeface="Arial" panose="020B0604020202020204" pitchFamily="34" charset="0"/>
              <a:buChar char="•"/>
            </a:pPr>
            <a:r>
              <a:rPr lang="en" sz="1600" dirty="0">
                <a:solidFill>
                  <a:schemeClr val="tx1"/>
                </a:solidFill>
              </a:rPr>
              <a:t>Moderate </a:t>
            </a:r>
            <a:r>
              <a:rPr lang="el-GR" sz="1600" dirty="0">
                <a:solidFill>
                  <a:schemeClr val="tx1"/>
                </a:solidFill>
              </a:rPr>
              <a:t>β-</a:t>
            </a:r>
            <a:r>
              <a:rPr lang="en-CA" sz="1600" dirty="0">
                <a:solidFill>
                  <a:schemeClr val="tx1"/>
                </a:solidFill>
              </a:rPr>
              <a:t>diversity</a:t>
            </a:r>
          </a:p>
          <a:p>
            <a:pPr marL="171450" lvl="0" indent="-171450" algn="l" rtl="0">
              <a:spcBef>
                <a:spcPts val="0"/>
              </a:spcBef>
              <a:spcAft>
                <a:spcPts val="0"/>
              </a:spcAft>
              <a:buFont typeface="Arial" panose="020B0604020202020204" pitchFamily="34" charset="0"/>
              <a:buChar char="•"/>
            </a:pPr>
            <a:endParaRPr lang="en" sz="1600" dirty="0"/>
          </a:p>
          <a:p>
            <a:pPr marL="0" lvl="0" indent="0" algn="ctr" rtl="0">
              <a:spcBef>
                <a:spcPts val="0"/>
              </a:spcBef>
              <a:spcAft>
                <a:spcPts val="0"/>
              </a:spcAft>
              <a:buNone/>
            </a:pPr>
            <a:endParaRPr sz="1600" dirty="0"/>
          </a:p>
        </p:txBody>
      </p:sp>
      <p:sp>
        <p:nvSpPr>
          <p:cNvPr id="400" name="Google Shape;400;p40"/>
          <p:cNvSpPr/>
          <p:nvPr/>
        </p:nvSpPr>
        <p:spPr>
          <a:xfrm>
            <a:off x="1394148" y="1954322"/>
            <a:ext cx="671100" cy="671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1"/>
              </a:solidFill>
            </a:endParaRPr>
          </a:p>
        </p:txBody>
      </p:sp>
      <p:sp>
        <p:nvSpPr>
          <p:cNvPr id="401" name="Google Shape;401;p40"/>
          <p:cNvSpPr/>
          <p:nvPr/>
        </p:nvSpPr>
        <p:spPr>
          <a:xfrm>
            <a:off x="4360530" y="1950963"/>
            <a:ext cx="671100" cy="671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 name="Google Shape;402;p40"/>
          <p:cNvSpPr/>
          <p:nvPr/>
        </p:nvSpPr>
        <p:spPr>
          <a:xfrm>
            <a:off x="6999915" y="1949752"/>
            <a:ext cx="671100" cy="671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Google Shape;12231;p72">
            <a:extLst>
              <a:ext uri="{FF2B5EF4-FFF2-40B4-BE49-F238E27FC236}">
                <a16:creationId xmlns:a16="http://schemas.microsoft.com/office/drawing/2014/main" id="{861B8BBE-5595-9778-5062-7CB26C9CF67A}"/>
              </a:ext>
            </a:extLst>
          </p:cNvPr>
          <p:cNvSpPr/>
          <p:nvPr/>
        </p:nvSpPr>
        <p:spPr>
          <a:xfrm>
            <a:off x="4533742" y="2067927"/>
            <a:ext cx="324676" cy="394955"/>
          </a:xfrm>
          <a:custGeom>
            <a:avLst/>
            <a:gdLst/>
            <a:ahLst/>
            <a:cxnLst/>
            <a:rect l="l" t="t" r="r" b="b"/>
            <a:pathLst>
              <a:path w="7919" h="11445" extrusionOk="0">
                <a:moveTo>
                  <a:pt x="3644" y="443"/>
                </a:moveTo>
                <a:lnTo>
                  <a:pt x="3644" y="443"/>
                </a:lnTo>
                <a:cubicBezTo>
                  <a:pt x="4001" y="586"/>
                  <a:pt x="4513" y="860"/>
                  <a:pt x="4787" y="1443"/>
                </a:cubicBezTo>
                <a:cubicBezTo>
                  <a:pt x="4823" y="1514"/>
                  <a:pt x="4846" y="1598"/>
                  <a:pt x="4870" y="1669"/>
                </a:cubicBezTo>
                <a:cubicBezTo>
                  <a:pt x="4727" y="1788"/>
                  <a:pt x="4608" y="1919"/>
                  <a:pt x="4513" y="2074"/>
                </a:cubicBezTo>
                <a:cubicBezTo>
                  <a:pt x="4346" y="2324"/>
                  <a:pt x="4227" y="2634"/>
                  <a:pt x="4168" y="2943"/>
                </a:cubicBezTo>
                <a:cubicBezTo>
                  <a:pt x="3180" y="1824"/>
                  <a:pt x="2025" y="1122"/>
                  <a:pt x="1417" y="812"/>
                </a:cubicBezTo>
                <a:cubicBezTo>
                  <a:pt x="1594" y="775"/>
                  <a:pt x="1818" y="743"/>
                  <a:pt x="2064" y="743"/>
                </a:cubicBezTo>
                <a:cubicBezTo>
                  <a:pt x="2446" y="743"/>
                  <a:pt x="2879" y="820"/>
                  <a:pt x="3263" y="1074"/>
                </a:cubicBezTo>
                <a:cubicBezTo>
                  <a:pt x="3525" y="1253"/>
                  <a:pt x="3799" y="1514"/>
                  <a:pt x="3953" y="1788"/>
                </a:cubicBezTo>
                <a:cubicBezTo>
                  <a:pt x="3986" y="1837"/>
                  <a:pt x="4047" y="1870"/>
                  <a:pt x="4109" y="1870"/>
                </a:cubicBezTo>
                <a:cubicBezTo>
                  <a:pt x="4137" y="1870"/>
                  <a:pt x="4165" y="1863"/>
                  <a:pt x="4192" y="1848"/>
                </a:cubicBezTo>
                <a:cubicBezTo>
                  <a:pt x="4275" y="1800"/>
                  <a:pt x="4299" y="1693"/>
                  <a:pt x="4251" y="1610"/>
                </a:cubicBezTo>
                <a:cubicBezTo>
                  <a:pt x="4192" y="1514"/>
                  <a:pt x="4120" y="1419"/>
                  <a:pt x="4049" y="1324"/>
                </a:cubicBezTo>
                <a:cubicBezTo>
                  <a:pt x="3918" y="955"/>
                  <a:pt x="3763" y="657"/>
                  <a:pt x="3644" y="443"/>
                </a:cubicBezTo>
                <a:close/>
                <a:moveTo>
                  <a:pt x="6120" y="1562"/>
                </a:moveTo>
                <a:cubicBezTo>
                  <a:pt x="6597" y="1562"/>
                  <a:pt x="7013" y="1741"/>
                  <a:pt x="7287" y="1895"/>
                </a:cubicBezTo>
                <a:cubicBezTo>
                  <a:pt x="6716" y="2015"/>
                  <a:pt x="5620" y="2336"/>
                  <a:pt x="4489" y="3038"/>
                </a:cubicBezTo>
                <a:cubicBezTo>
                  <a:pt x="4608" y="2241"/>
                  <a:pt x="5144" y="1753"/>
                  <a:pt x="5656" y="1622"/>
                </a:cubicBezTo>
                <a:cubicBezTo>
                  <a:pt x="5799" y="1586"/>
                  <a:pt x="5966" y="1562"/>
                  <a:pt x="6120" y="1562"/>
                </a:cubicBezTo>
                <a:close/>
                <a:moveTo>
                  <a:pt x="2565" y="2490"/>
                </a:moveTo>
                <a:cubicBezTo>
                  <a:pt x="2926" y="2490"/>
                  <a:pt x="3255" y="2578"/>
                  <a:pt x="3513" y="2753"/>
                </a:cubicBezTo>
                <a:cubicBezTo>
                  <a:pt x="3513" y="2753"/>
                  <a:pt x="3525" y="2753"/>
                  <a:pt x="3525" y="2777"/>
                </a:cubicBezTo>
                <a:cubicBezTo>
                  <a:pt x="3656" y="2907"/>
                  <a:pt x="3799" y="3050"/>
                  <a:pt x="3930" y="3205"/>
                </a:cubicBezTo>
                <a:cubicBezTo>
                  <a:pt x="3683" y="3183"/>
                  <a:pt x="3444" y="3173"/>
                  <a:pt x="3214" y="3173"/>
                </a:cubicBezTo>
                <a:cubicBezTo>
                  <a:pt x="2468" y="3173"/>
                  <a:pt x="1822" y="3277"/>
                  <a:pt x="1358" y="3396"/>
                </a:cubicBezTo>
                <a:cubicBezTo>
                  <a:pt x="1036" y="3467"/>
                  <a:pt x="774" y="3539"/>
                  <a:pt x="560" y="3622"/>
                </a:cubicBezTo>
                <a:cubicBezTo>
                  <a:pt x="834" y="3229"/>
                  <a:pt x="1334" y="2681"/>
                  <a:pt x="2084" y="2538"/>
                </a:cubicBezTo>
                <a:cubicBezTo>
                  <a:pt x="2248" y="2506"/>
                  <a:pt x="2410" y="2490"/>
                  <a:pt x="2565" y="2490"/>
                </a:cubicBezTo>
                <a:close/>
                <a:moveTo>
                  <a:pt x="3418" y="3515"/>
                </a:moveTo>
                <a:cubicBezTo>
                  <a:pt x="3691" y="3515"/>
                  <a:pt x="3989" y="3539"/>
                  <a:pt x="4275" y="3574"/>
                </a:cubicBezTo>
                <a:cubicBezTo>
                  <a:pt x="4477" y="3646"/>
                  <a:pt x="4668" y="3741"/>
                  <a:pt x="4846" y="3836"/>
                </a:cubicBezTo>
                <a:cubicBezTo>
                  <a:pt x="4704" y="4027"/>
                  <a:pt x="4465" y="4134"/>
                  <a:pt x="4227" y="4134"/>
                </a:cubicBezTo>
                <a:cubicBezTo>
                  <a:pt x="3834" y="4134"/>
                  <a:pt x="3513" y="3872"/>
                  <a:pt x="3418" y="3515"/>
                </a:cubicBezTo>
                <a:close/>
                <a:moveTo>
                  <a:pt x="5379" y="3205"/>
                </a:moveTo>
                <a:cubicBezTo>
                  <a:pt x="5749" y="3205"/>
                  <a:pt x="6090" y="3348"/>
                  <a:pt x="6394" y="3634"/>
                </a:cubicBezTo>
                <a:cubicBezTo>
                  <a:pt x="6859" y="4062"/>
                  <a:pt x="6966" y="4729"/>
                  <a:pt x="6978" y="5193"/>
                </a:cubicBezTo>
                <a:cubicBezTo>
                  <a:pt x="6597" y="4705"/>
                  <a:pt x="5835" y="3896"/>
                  <a:pt x="4692" y="3384"/>
                </a:cubicBezTo>
                <a:cubicBezTo>
                  <a:pt x="4787" y="3336"/>
                  <a:pt x="4906" y="3277"/>
                  <a:pt x="5049" y="3241"/>
                </a:cubicBezTo>
                <a:cubicBezTo>
                  <a:pt x="5161" y="3217"/>
                  <a:pt x="5271" y="3205"/>
                  <a:pt x="5379" y="3205"/>
                </a:cubicBezTo>
                <a:close/>
                <a:moveTo>
                  <a:pt x="3751" y="4360"/>
                </a:moveTo>
                <a:cubicBezTo>
                  <a:pt x="3834" y="4408"/>
                  <a:pt x="3942" y="4431"/>
                  <a:pt x="4049" y="4455"/>
                </a:cubicBezTo>
                <a:cubicBezTo>
                  <a:pt x="3691" y="5586"/>
                  <a:pt x="3537" y="7063"/>
                  <a:pt x="3584" y="8849"/>
                </a:cubicBezTo>
                <a:cubicBezTo>
                  <a:pt x="3620" y="9896"/>
                  <a:pt x="3703" y="10777"/>
                  <a:pt x="3763" y="11147"/>
                </a:cubicBezTo>
                <a:lnTo>
                  <a:pt x="3037" y="11147"/>
                </a:lnTo>
                <a:cubicBezTo>
                  <a:pt x="2989" y="10349"/>
                  <a:pt x="2858" y="6658"/>
                  <a:pt x="3751" y="4360"/>
                </a:cubicBezTo>
                <a:close/>
                <a:moveTo>
                  <a:pt x="3294" y="0"/>
                </a:moveTo>
                <a:cubicBezTo>
                  <a:pt x="3233" y="0"/>
                  <a:pt x="3176" y="32"/>
                  <a:pt x="3156" y="74"/>
                </a:cubicBezTo>
                <a:cubicBezTo>
                  <a:pt x="3120" y="133"/>
                  <a:pt x="3120" y="205"/>
                  <a:pt x="3156" y="252"/>
                </a:cubicBezTo>
                <a:cubicBezTo>
                  <a:pt x="3156" y="252"/>
                  <a:pt x="3287" y="443"/>
                  <a:pt x="3453" y="764"/>
                </a:cubicBezTo>
                <a:cubicBezTo>
                  <a:pt x="3001" y="466"/>
                  <a:pt x="2506" y="376"/>
                  <a:pt x="2072" y="376"/>
                </a:cubicBezTo>
                <a:cubicBezTo>
                  <a:pt x="1433" y="376"/>
                  <a:pt x="929" y="572"/>
                  <a:pt x="894" y="586"/>
                </a:cubicBezTo>
                <a:cubicBezTo>
                  <a:pt x="834" y="610"/>
                  <a:pt x="786" y="669"/>
                  <a:pt x="786" y="729"/>
                </a:cubicBezTo>
                <a:cubicBezTo>
                  <a:pt x="786" y="800"/>
                  <a:pt x="834" y="860"/>
                  <a:pt x="894" y="895"/>
                </a:cubicBezTo>
                <a:cubicBezTo>
                  <a:pt x="905" y="895"/>
                  <a:pt x="1858" y="1312"/>
                  <a:pt x="2882" y="2145"/>
                </a:cubicBezTo>
                <a:cubicBezTo>
                  <a:pt x="2768" y="2130"/>
                  <a:pt x="2646" y="2121"/>
                  <a:pt x="2521" y="2121"/>
                </a:cubicBezTo>
                <a:cubicBezTo>
                  <a:pt x="2360" y="2121"/>
                  <a:pt x="2192" y="2136"/>
                  <a:pt x="2025" y="2169"/>
                </a:cubicBezTo>
                <a:cubicBezTo>
                  <a:pt x="679" y="2443"/>
                  <a:pt x="60" y="3800"/>
                  <a:pt x="24" y="3860"/>
                </a:cubicBezTo>
                <a:cubicBezTo>
                  <a:pt x="1" y="3920"/>
                  <a:pt x="12" y="3991"/>
                  <a:pt x="60" y="4050"/>
                </a:cubicBezTo>
                <a:cubicBezTo>
                  <a:pt x="84" y="4074"/>
                  <a:pt x="132" y="4098"/>
                  <a:pt x="179" y="4098"/>
                </a:cubicBezTo>
                <a:cubicBezTo>
                  <a:pt x="203" y="4098"/>
                  <a:pt x="227" y="4098"/>
                  <a:pt x="251" y="4074"/>
                </a:cubicBezTo>
                <a:cubicBezTo>
                  <a:pt x="262" y="4074"/>
                  <a:pt x="1453" y="3527"/>
                  <a:pt x="3084" y="3479"/>
                </a:cubicBezTo>
                <a:cubicBezTo>
                  <a:pt x="3120" y="3753"/>
                  <a:pt x="3263" y="3991"/>
                  <a:pt x="3453" y="4158"/>
                </a:cubicBezTo>
                <a:cubicBezTo>
                  <a:pt x="3001" y="5253"/>
                  <a:pt x="2751" y="6777"/>
                  <a:pt x="2679" y="8682"/>
                </a:cubicBezTo>
                <a:cubicBezTo>
                  <a:pt x="2632" y="9789"/>
                  <a:pt x="2679" y="10742"/>
                  <a:pt x="2691" y="11123"/>
                </a:cubicBezTo>
                <a:lnTo>
                  <a:pt x="2513" y="11123"/>
                </a:lnTo>
                <a:cubicBezTo>
                  <a:pt x="2429" y="11123"/>
                  <a:pt x="2346" y="11194"/>
                  <a:pt x="2346" y="11278"/>
                </a:cubicBezTo>
                <a:cubicBezTo>
                  <a:pt x="2346" y="11373"/>
                  <a:pt x="2429" y="11444"/>
                  <a:pt x="2513" y="11444"/>
                </a:cubicBezTo>
                <a:lnTo>
                  <a:pt x="4311" y="11444"/>
                </a:lnTo>
                <a:cubicBezTo>
                  <a:pt x="4406" y="11444"/>
                  <a:pt x="4477" y="11373"/>
                  <a:pt x="4477" y="11278"/>
                </a:cubicBezTo>
                <a:cubicBezTo>
                  <a:pt x="4477" y="11194"/>
                  <a:pt x="4406" y="11123"/>
                  <a:pt x="4311" y="11123"/>
                </a:cubicBezTo>
                <a:lnTo>
                  <a:pt x="4108" y="11123"/>
                </a:lnTo>
                <a:cubicBezTo>
                  <a:pt x="4013" y="10361"/>
                  <a:pt x="3608" y="6801"/>
                  <a:pt x="4406" y="4420"/>
                </a:cubicBezTo>
                <a:cubicBezTo>
                  <a:pt x="4704" y="4372"/>
                  <a:pt x="4977" y="4217"/>
                  <a:pt x="5156" y="3979"/>
                </a:cubicBezTo>
                <a:cubicBezTo>
                  <a:pt x="6347" y="4717"/>
                  <a:pt x="6978" y="5717"/>
                  <a:pt x="6990" y="5729"/>
                </a:cubicBezTo>
                <a:cubicBezTo>
                  <a:pt x="7025" y="5777"/>
                  <a:pt x="7085" y="5801"/>
                  <a:pt x="7144" y="5801"/>
                </a:cubicBezTo>
                <a:lnTo>
                  <a:pt x="7168" y="5801"/>
                </a:lnTo>
                <a:cubicBezTo>
                  <a:pt x="7240" y="5789"/>
                  <a:pt x="7287" y="5729"/>
                  <a:pt x="7299" y="5670"/>
                </a:cubicBezTo>
                <a:cubicBezTo>
                  <a:pt x="7299" y="5658"/>
                  <a:pt x="7359" y="5289"/>
                  <a:pt x="7299" y="4824"/>
                </a:cubicBezTo>
                <a:cubicBezTo>
                  <a:pt x="7228" y="4193"/>
                  <a:pt x="7001" y="3693"/>
                  <a:pt x="6632" y="3348"/>
                </a:cubicBezTo>
                <a:cubicBezTo>
                  <a:pt x="6251" y="2991"/>
                  <a:pt x="5847" y="2860"/>
                  <a:pt x="5501" y="2848"/>
                </a:cubicBezTo>
                <a:cubicBezTo>
                  <a:pt x="6739" y="2253"/>
                  <a:pt x="7752" y="2098"/>
                  <a:pt x="7763" y="2098"/>
                </a:cubicBezTo>
                <a:cubicBezTo>
                  <a:pt x="7823" y="2086"/>
                  <a:pt x="7882" y="2038"/>
                  <a:pt x="7906" y="1979"/>
                </a:cubicBezTo>
                <a:cubicBezTo>
                  <a:pt x="7918" y="1955"/>
                  <a:pt x="7882" y="1884"/>
                  <a:pt x="7847" y="1836"/>
                </a:cubicBezTo>
                <a:cubicBezTo>
                  <a:pt x="7807" y="1806"/>
                  <a:pt x="7083" y="1226"/>
                  <a:pt x="6150" y="1226"/>
                </a:cubicBezTo>
                <a:cubicBezTo>
                  <a:pt x="5968" y="1226"/>
                  <a:pt x="5779" y="1248"/>
                  <a:pt x="5585" y="1300"/>
                </a:cubicBezTo>
                <a:cubicBezTo>
                  <a:pt x="5430" y="1336"/>
                  <a:pt x="5299" y="1383"/>
                  <a:pt x="5168" y="1455"/>
                </a:cubicBezTo>
                <a:cubicBezTo>
                  <a:pt x="5144" y="1407"/>
                  <a:pt x="5132" y="1360"/>
                  <a:pt x="5108" y="1300"/>
                </a:cubicBezTo>
                <a:cubicBezTo>
                  <a:pt x="4584" y="181"/>
                  <a:pt x="3382" y="2"/>
                  <a:pt x="3322" y="2"/>
                </a:cubicBezTo>
                <a:cubicBezTo>
                  <a:pt x="3313" y="1"/>
                  <a:pt x="3304" y="0"/>
                  <a:pt x="3294"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bg1"/>
              </a:solidFill>
            </a:endParaRPr>
          </a:p>
        </p:txBody>
      </p:sp>
      <p:pic>
        <p:nvPicPr>
          <p:cNvPr id="6" name="Graphic 5" descr="Filter outline">
            <a:extLst>
              <a:ext uri="{FF2B5EF4-FFF2-40B4-BE49-F238E27FC236}">
                <a16:creationId xmlns:a16="http://schemas.microsoft.com/office/drawing/2014/main" id="{6C5221C4-C286-B627-58BF-701D9D4FA1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91595" y="2049211"/>
            <a:ext cx="476205" cy="476205"/>
          </a:xfrm>
          <a:prstGeom prst="rect">
            <a:avLst/>
          </a:prstGeom>
        </p:spPr>
      </p:pic>
      <p:sp>
        <p:nvSpPr>
          <p:cNvPr id="7" name="Google Shape;393;p40">
            <a:extLst>
              <a:ext uri="{FF2B5EF4-FFF2-40B4-BE49-F238E27FC236}">
                <a16:creationId xmlns:a16="http://schemas.microsoft.com/office/drawing/2014/main" id="{4674622D-AE5D-2178-50DF-9D317B6D45F5}"/>
              </a:ext>
            </a:extLst>
          </p:cNvPr>
          <p:cNvSpPr txBox="1">
            <a:spLocks/>
          </p:cNvSpPr>
          <p:nvPr/>
        </p:nvSpPr>
        <p:spPr>
          <a:xfrm>
            <a:off x="1394148" y="1612291"/>
            <a:ext cx="601670" cy="38947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Domine"/>
                <a:ea typeface="Domine"/>
                <a:cs typeface="Domine"/>
                <a:sym typeface="Domine"/>
              </a:defRPr>
            </a:lvl1pPr>
            <a:lvl2pPr marL="914400" marR="0" lvl="1"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9pPr>
          </a:lstStyle>
          <a:p>
            <a:r>
              <a:rPr lang="en-US" sz="1600" dirty="0"/>
              <a:t>H1 </a:t>
            </a:r>
          </a:p>
        </p:txBody>
      </p:sp>
      <p:sp>
        <p:nvSpPr>
          <p:cNvPr id="8" name="Google Shape;393;p40">
            <a:extLst>
              <a:ext uri="{FF2B5EF4-FFF2-40B4-BE49-F238E27FC236}">
                <a16:creationId xmlns:a16="http://schemas.microsoft.com/office/drawing/2014/main" id="{4284B968-9D91-6CC5-1D2B-289A3091DC4E}"/>
              </a:ext>
            </a:extLst>
          </p:cNvPr>
          <p:cNvSpPr txBox="1">
            <a:spLocks/>
          </p:cNvSpPr>
          <p:nvPr/>
        </p:nvSpPr>
        <p:spPr>
          <a:xfrm>
            <a:off x="4241743" y="1619969"/>
            <a:ext cx="725558" cy="38947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Domine"/>
                <a:ea typeface="Domine"/>
                <a:cs typeface="Domine"/>
                <a:sym typeface="Domine"/>
              </a:defRPr>
            </a:lvl1pPr>
            <a:lvl2pPr marL="914400" marR="0" lvl="1"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9pPr>
          </a:lstStyle>
          <a:p>
            <a:r>
              <a:rPr lang="en-US" sz="1600" dirty="0"/>
              <a:t>H2 </a:t>
            </a:r>
          </a:p>
        </p:txBody>
      </p:sp>
      <p:sp>
        <p:nvSpPr>
          <p:cNvPr id="9" name="Google Shape;393;p40">
            <a:extLst>
              <a:ext uri="{FF2B5EF4-FFF2-40B4-BE49-F238E27FC236}">
                <a16:creationId xmlns:a16="http://schemas.microsoft.com/office/drawing/2014/main" id="{BF1D9E25-97CA-96C4-176D-3CE170EF3565}"/>
              </a:ext>
            </a:extLst>
          </p:cNvPr>
          <p:cNvSpPr txBox="1">
            <a:spLocks/>
          </p:cNvSpPr>
          <p:nvPr/>
        </p:nvSpPr>
        <p:spPr>
          <a:xfrm>
            <a:off x="6899804" y="1640441"/>
            <a:ext cx="725558" cy="38947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Domine"/>
                <a:ea typeface="Domine"/>
                <a:cs typeface="Domine"/>
                <a:sym typeface="Domine"/>
              </a:defRPr>
            </a:lvl1pPr>
            <a:lvl2pPr marL="914400" marR="0" lvl="1"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9pPr>
          </a:lstStyle>
          <a:p>
            <a:r>
              <a:rPr lang="en-US" sz="1600" dirty="0"/>
              <a:t>H3 </a:t>
            </a:r>
          </a:p>
        </p:txBody>
      </p:sp>
      <p:grpSp>
        <p:nvGrpSpPr>
          <p:cNvPr id="3" name="Group 2">
            <a:extLst>
              <a:ext uri="{FF2B5EF4-FFF2-40B4-BE49-F238E27FC236}">
                <a16:creationId xmlns:a16="http://schemas.microsoft.com/office/drawing/2014/main" id="{46EF8E34-8877-2EA7-7666-D0B391FEF66C}"/>
              </a:ext>
            </a:extLst>
          </p:cNvPr>
          <p:cNvGrpSpPr/>
          <p:nvPr/>
        </p:nvGrpSpPr>
        <p:grpSpPr>
          <a:xfrm>
            <a:off x="7169277" y="2115114"/>
            <a:ext cx="332375" cy="350071"/>
            <a:chOff x="7166048" y="1656174"/>
            <a:chExt cx="332375" cy="350071"/>
          </a:xfrm>
        </p:grpSpPr>
        <p:sp>
          <p:nvSpPr>
            <p:cNvPr id="11" name="Google Shape;10308;p69">
              <a:extLst>
                <a:ext uri="{FF2B5EF4-FFF2-40B4-BE49-F238E27FC236}">
                  <a16:creationId xmlns:a16="http://schemas.microsoft.com/office/drawing/2014/main" id="{FCBA6C4B-BA56-144C-3323-A352C42E1628}"/>
                </a:ext>
              </a:extLst>
            </p:cNvPr>
            <p:cNvSpPr/>
            <p:nvPr/>
          </p:nvSpPr>
          <p:spPr>
            <a:xfrm>
              <a:off x="7166048" y="1656174"/>
              <a:ext cx="332375" cy="350071"/>
            </a:xfrm>
            <a:custGeom>
              <a:avLst/>
              <a:gdLst/>
              <a:ahLst/>
              <a:cxnLst/>
              <a:rect l="l" t="t" r="r" b="b"/>
              <a:pathLst>
                <a:path w="10443" h="10999" extrusionOk="0">
                  <a:moveTo>
                    <a:pt x="8049" y="334"/>
                  </a:moveTo>
                  <a:lnTo>
                    <a:pt x="5728" y="3573"/>
                  </a:lnTo>
                  <a:lnTo>
                    <a:pt x="5406" y="3120"/>
                  </a:lnTo>
                  <a:lnTo>
                    <a:pt x="7395" y="334"/>
                  </a:lnTo>
                  <a:close/>
                  <a:moveTo>
                    <a:pt x="9109" y="334"/>
                  </a:moveTo>
                  <a:lnTo>
                    <a:pt x="6263" y="4311"/>
                  </a:lnTo>
                  <a:lnTo>
                    <a:pt x="5942" y="3847"/>
                  </a:lnTo>
                  <a:lnTo>
                    <a:pt x="8454" y="334"/>
                  </a:lnTo>
                  <a:close/>
                  <a:moveTo>
                    <a:pt x="3025" y="334"/>
                  </a:moveTo>
                  <a:lnTo>
                    <a:pt x="6025" y="4525"/>
                  </a:lnTo>
                  <a:cubicBezTo>
                    <a:pt x="5998" y="4533"/>
                    <a:pt x="5970" y="4537"/>
                    <a:pt x="5942" y="4537"/>
                  </a:cubicBezTo>
                  <a:cubicBezTo>
                    <a:pt x="5849" y="4537"/>
                    <a:pt x="5759" y="4494"/>
                    <a:pt x="5704" y="4430"/>
                  </a:cubicBezTo>
                  <a:cubicBezTo>
                    <a:pt x="5561" y="4287"/>
                    <a:pt x="5382" y="4228"/>
                    <a:pt x="5228" y="4228"/>
                  </a:cubicBezTo>
                  <a:lnTo>
                    <a:pt x="2430" y="334"/>
                  </a:lnTo>
                  <a:close/>
                  <a:moveTo>
                    <a:pt x="2025" y="334"/>
                  </a:moveTo>
                  <a:lnTo>
                    <a:pt x="4882" y="4323"/>
                  </a:lnTo>
                  <a:cubicBezTo>
                    <a:pt x="4823" y="4347"/>
                    <a:pt x="4775" y="4394"/>
                    <a:pt x="4728" y="4442"/>
                  </a:cubicBezTo>
                  <a:cubicBezTo>
                    <a:pt x="4667" y="4503"/>
                    <a:pt x="4569" y="4544"/>
                    <a:pt x="4474" y="4544"/>
                  </a:cubicBezTo>
                  <a:cubicBezTo>
                    <a:pt x="4438" y="4544"/>
                    <a:pt x="4403" y="4538"/>
                    <a:pt x="4370" y="4525"/>
                  </a:cubicBezTo>
                  <a:lnTo>
                    <a:pt x="1370" y="334"/>
                  </a:lnTo>
                  <a:close/>
                  <a:moveTo>
                    <a:pt x="965" y="334"/>
                  </a:moveTo>
                  <a:lnTo>
                    <a:pt x="3942" y="4490"/>
                  </a:lnTo>
                  <a:cubicBezTo>
                    <a:pt x="3775" y="4525"/>
                    <a:pt x="3632" y="4621"/>
                    <a:pt x="3525" y="4763"/>
                  </a:cubicBezTo>
                  <a:lnTo>
                    <a:pt x="358" y="334"/>
                  </a:lnTo>
                  <a:close/>
                  <a:moveTo>
                    <a:pt x="10062" y="334"/>
                  </a:moveTo>
                  <a:lnTo>
                    <a:pt x="6894" y="4763"/>
                  </a:lnTo>
                  <a:cubicBezTo>
                    <a:pt x="6799" y="4632"/>
                    <a:pt x="6668" y="4549"/>
                    <a:pt x="6513" y="4501"/>
                  </a:cubicBezTo>
                  <a:lnTo>
                    <a:pt x="9514" y="334"/>
                  </a:lnTo>
                  <a:close/>
                  <a:moveTo>
                    <a:pt x="5192" y="4582"/>
                  </a:moveTo>
                  <a:cubicBezTo>
                    <a:pt x="5284" y="4582"/>
                    <a:pt x="5376" y="4615"/>
                    <a:pt x="5442" y="4680"/>
                  </a:cubicBezTo>
                  <a:cubicBezTo>
                    <a:pt x="5577" y="4807"/>
                    <a:pt x="5744" y="4876"/>
                    <a:pt x="5917" y="4876"/>
                  </a:cubicBezTo>
                  <a:cubicBezTo>
                    <a:pt x="6004" y="4876"/>
                    <a:pt x="6093" y="4859"/>
                    <a:pt x="6180" y="4823"/>
                  </a:cubicBezTo>
                  <a:cubicBezTo>
                    <a:pt x="6216" y="4808"/>
                    <a:pt x="6254" y="4801"/>
                    <a:pt x="6293" y="4801"/>
                  </a:cubicBezTo>
                  <a:cubicBezTo>
                    <a:pt x="6436" y="4801"/>
                    <a:pt x="6586" y="4897"/>
                    <a:pt x="6633" y="5037"/>
                  </a:cubicBezTo>
                  <a:cubicBezTo>
                    <a:pt x="6633" y="5049"/>
                    <a:pt x="6644" y="5061"/>
                    <a:pt x="6644" y="5061"/>
                  </a:cubicBezTo>
                  <a:cubicBezTo>
                    <a:pt x="6728" y="5263"/>
                    <a:pt x="6859" y="5335"/>
                    <a:pt x="6859" y="5335"/>
                  </a:cubicBezTo>
                  <a:cubicBezTo>
                    <a:pt x="6990" y="5406"/>
                    <a:pt x="7133" y="5454"/>
                    <a:pt x="7264" y="5466"/>
                  </a:cubicBezTo>
                  <a:cubicBezTo>
                    <a:pt x="7454" y="5478"/>
                    <a:pt x="7621" y="5644"/>
                    <a:pt x="7609" y="5859"/>
                  </a:cubicBezTo>
                  <a:cubicBezTo>
                    <a:pt x="7585" y="6121"/>
                    <a:pt x="7740" y="6371"/>
                    <a:pt x="7978" y="6490"/>
                  </a:cubicBezTo>
                  <a:cubicBezTo>
                    <a:pt x="8157" y="6585"/>
                    <a:pt x="8228" y="6811"/>
                    <a:pt x="8145" y="6990"/>
                  </a:cubicBezTo>
                  <a:cubicBezTo>
                    <a:pt x="8026" y="7228"/>
                    <a:pt x="8049" y="7526"/>
                    <a:pt x="8216" y="7728"/>
                  </a:cubicBezTo>
                  <a:cubicBezTo>
                    <a:pt x="8335" y="7883"/>
                    <a:pt x="8323" y="8121"/>
                    <a:pt x="8157" y="8240"/>
                  </a:cubicBezTo>
                  <a:cubicBezTo>
                    <a:pt x="7942" y="8395"/>
                    <a:pt x="7859" y="8681"/>
                    <a:pt x="7930" y="8931"/>
                  </a:cubicBezTo>
                  <a:cubicBezTo>
                    <a:pt x="7978" y="9133"/>
                    <a:pt x="7871" y="9323"/>
                    <a:pt x="7680" y="9383"/>
                  </a:cubicBezTo>
                  <a:cubicBezTo>
                    <a:pt x="7430" y="9454"/>
                    <a:pt x="7228" y="9669"/>
                    <a:pt x="7192" y="9931"/>
                  </a:cubicBezTo>
                  <a:cubicBezTo>
                    <a:pt x="7160" y="10101"/>
                    <a:pt x="7004" y="10234"/>
                    <a:pt x="6835" y="10234"/>
                  </a:cubicBezTo>
                  <a:cubicBezTo>
                    <a:pt x="6815" y="10234"/>
                    <a:pt x="6795" y="10232"/>
                    <a:pt x="6775" y="10228"/>
                  </a:cubicBezTo>
                  <a:cubicBezTo>
                    <a:pt x="6735" y="10221"/>
                    <a:pt x="6695" y="10218"/>
                    <a:pt x="6656" y="10218"/>
                  </a:cubicBezTo>
                  <a:cubicBezTo>
                    <a:pt x="6427" y="10218"/>
                    <a:pt x="6217" y="10333"/>
                    <a:pt x="6085" y="10526"/>
                  </a:cubicBezTo>
                  <a:cubicBezTo>
                    <a:pt x="6016" y="10633"/>
                    <a:pt x="5904" y="10690"/>
                    <a:pt x="5786" y="10690"/>
                  </a:cubicBezTo>
                  <a:cubicBezTo>
                    <a:pt x="5718" y="10690"/>
                    <a:pt x="5649" y="10672"/>
                    <a:pt x="5585" y="10633"/>
                  </a:cubicBezTo>
                  <a:cubicBezTo>
                    <a:pt x="5454" y="10562"/>
                    <a:pt x="5347" y="10526"/>
                    <a:pt x="5204" y="10526"/>
                  </a:cubicBezTo>
                  <a:cubicBezTo>
                    <a:pt x="5073" y="10526"/>
                    <a:pt x="4954" y="10562"/>
                    <a:pt x="4835" y="10633"/>
                  </a:cubicBezTo>
                  <a:cubicBezTo>
                    <a:pt x="4774" y="10672"/>
                    <a:pt x="4708" y="10690"/>
                    <a:pt x="4642" y="10690"/>
                  </a:cubicBezTo>
                  <a:cubicBezTo>
                    <a:pt x="4524" y="10690"/>
                    <a:pt x="4406" y="10633"/>
                    <a:pt x="4323" y="10526"/>
                  </a:cubicBezTo>
                  <a:cubicBezTo>
                    <a:pt x="4201" y="10333"/>
                    <a:pt x="3983" y="10218"/>
                    <a:pt x="3760" y="10218"/>
                  </a:cubicBezTo>
                  <a:cubicBezTo>
                    <a:pt x="3721" y="10218"/>
                    <a:pt x="3682" y="10221"/>
                    <a:pt x="3644" y="10228"/>
                  </a:cubicBezTo>
                  <a:cubicBezTo>
                    <a:pt x="3624" y="10232"/>
                    <a:pt x="3604" y="10234"/>
                    <a:pt x="3585" y="10234"/>
                  </a:cubicBezTo>
                  <a:cubicBezTo>
                    <a:pt x="3416" y="10234"/>
                    <a:pt x="3259" y="10101"/>
                    <a:pt x="3227" y="9931"/>
                  </a:cubicBezTo>
                  <a:cubicBezTo>
                    <a:pt x="3180" y="9669"/>
                    <a:pt x="2989" y="9454"/>
                    <a:pt x="2739" y="9383"/>
                  </a:cubicBezTo>
                  <a:cubicBezTo>
                    <a:pt x="2537" y="9323"/>
                    <a:pt x="2418" y="9133"/>
                    <a:pt x="2477" y="8931"/>
                  </a:cubicBezTo>
                  <a:cubicBezTo>
                    <a:pt x="2561" y="8681"/>
                    <a:pt x="2465" y="8395"/>
                    <a:pt x="2263" y="8240"/>
                  </a:cubicBezTo>
                  <a:cubicBezTo>
                    <a:pt x="2108" y="8121"/>
                    <a:pt x="2084" y="7883"/>
                    <a:pt x="2203" y="7728"/>
                  </a:cubicBezTo>
                  <a:cubicBezTo>
                    <a:pt x="2358" y="7526"/>
                    <a:pt x="2394" y="7228"/>
                    <a:pt x="2275" y="6990"/>
                  </a:cubicBezTo>
                  <a:cubicBezTo>
                    <a:pt x="2180" y="6811"/>
                    <a:pt x="2263" y="6585"/>
                    <a:pt x="2442" y="6490"/>
                  </a:cubicBezTo>
                  <a:cubicBezTo>
                    <a:pt x="2680" y="6371"/>
                    <a:pt x="2823" y="6121"/>
                    <a:pt x="2811" y="5859"/>
                  </a:cubicBezTo>
                  <a:cubicBezTo>
                    <a:pt x="2799" y="5656"/>
                    <a:pt x="2953" y="5478"/>
                    <a:pt x="3156" y="5466"/>
                  </a:cubicBezTo>
                  <a:cubicBezTo>
                    <a:pt x="3358" y="5454"/>
                    <a:pt x="3549" y="5347"/>
                    <a:pt x="3668" y="5180"/>
                  </a:cubicBezTo>
                  <a:lnTo>
                    <a:pt x="3668" y="5168"/>
                  </a:lnTo>
                  <a:cubicBezTo>
                    <a:pt x="3704" y="5121"/>
                    <a:pt x="3727" y="5085"/>
                    <a:pt x="3751" y="5037"/>
                  </a:cubicBezTo>
                  <a:cubicBezTo>
                    <a:pt x="3807" y="4897"/>
                    <a:pt x="3945" y="4801"/>
                    <a:pt x="4087" y="4801"/>
                  </a:cubicBezTo>
                  <a:cubicBezTo>
                    <a:pt x="4126" y="4801"/>
                    <a:pt x="4165" y="4808"/>
                    <a:pt x="4204" y="4823"/>
                  </a:cubicBezTo>
                  <a:cubicBezTo>
                    <a:pt x="4287" y="4853"/>
                    <a:pt x="4372" y="4868"/>
                    <a:pt x="4456" y="4868"/>
                  </a:cubicBezTo>
                  <a:cubicBezTo>
                    <a:pt x="4633" y="4868"/>
                    <a:pt x="4804" y="4802"/>
                    <a:pt x="4942" y="4680"/>
                  </a:cubicBezTo>
                  <a:cubicBezTo>
                    <a:pt x="5007" y="4615"/>
                    <a:pt x="5100" y="4582"/>
                    <a:pt x="5192" y="4582"/>
                  </a:cubicBezTo>
                  <a:close/>
                  <a:moveTo>
                    <a:pt x="286" y="1"/>
                  </a:moveTo>
                  <a:cubicBezTo>
                    <a:pt x="179" y="1"/>
                    <a:pt x="84" y="60"/>
                    <a:pt x="48" y="156"/>
                  </a:cubicBezTo>
                  <a:cubicBezTo>
                    <a:pt x="1" y="239"/>
                    <a:pt x="1" y="346"/>
                    <a:pt x="60" y="441"/>
                  </a:cubicBezTo>
                  <a:lnTo>
                    <a:pt x="3358" y="5049"/>
                  </a:lnTo>
                  <a:cubicBezTo>
                    <a:pt x="3299" y="5097"/>
                    <a:pt x="3227" y="5121"/>
                    <a:pt x="3156" y="5121"/>
                  </a:cubicBezTo>
                  <a:cubicBezTo>
                    <a:pt x="2787" y="5144"/>
                    <a:pt x="2489" y="5466"/>
                    <a:pt x="2513" y="5835"/>
                  </a:cubicBezTo>
                  <a:cubicBezTo>
                    <a:pt x="2513" y="5990"/>
                    <a:pt x="2442" y="6121"/>
                    <a:pt x="2322" y="6180"/>
                  </a:cubicBezTo>
                  <a:cubicBezTo>
                    <a:pt x="1989" y="6359"/>
                    <a:pt x="1858" y="6764"/>
                    <a:pt x="2025" y="7109"/>
                  </a:cubicBezTo>
                  <a:cubicBezTo>
                    <a:pt x="2084" y="7240"/>
                    <a:pt x="2072" y="7383"/>
                    <a:pt x="1977" y="7490"/>
                  </a:cubicBezTo>
                  <a:cubicBezTo>
                    <a:pt x="1739" y="7788"/>
                    <a:pt x="1787" y="8216"/>
                    <a:pt x="2084" y="8454"/>
                  </a:cubicBezTo>
                  <a:cubicBezTo>
                    <a:pt x="2180" y="8550"/>
                    <a:pt x="2239" y="8692"/>
                    <a:pt x="2203" y="8835"/>
                  </a:cubicBezTo>
                  <a:cubicBezTo>
                    <a:pt x="2108" y="9193"/>
                    <a:pt x="2322" y="9574"/>
                    <a:pt x="2680" y="9669"/>
                  </a:cubicBezTo>
                  <a:cubicBezTo>
                    <a:pt x="2811" y="9704"/>
                    <a:pt x="2918" y="9812"/>
                    <a:pt x="2942" y="9966"/>
                  </a:cubicBezTo>
                  <a:cubicBezTo>
                    <a:pt x="2995" y="10299"/>
                    <a:pt x="3290" y="10535"/>
                    <a:pt x="3609" y="10535"/>
                  </a:cubicBezTo>
                  <a:cubicBezTo>
                    <a:pt x="3645" y="10535"/>
                    <a:pt x="3680" y="10532"/>
                    <a:pt x="3715" y="10526"/>
                  </a:cubicBezTo>
                  <a:cubicBezTo>
                    <a:pt x="3726" y="10525"/>
                    <a:pt x="3738" y="10525"/>
                    <a:pt x="3749" y="10525"/>
                  </a:cubicBezTo>
                  <a:cubicBezTo>
                    <a:pt x="3872" y="10525"/>
                    <a:pt x="4007" y="10584"/>
                    <a:pt x="4073" y="10693"/>
                  </a:cubicBezTo>
                  <a:cubicBezTo>
                    <a:pt x="4208" y="10889"/>
                    <a:pt x="4425" y="10999"/>
                    <a:pt x="4645" y="10999"/>
                  </a:cubicBezTo>
                  <a:cubicBezTo>
                    <a:pt x="4772" y="10999"/>
                    <a:pt x="4900" y="10962"/>
                    <a:pt x="5013" y="10883"/>
                  </a:cubicBezTo>
                  <a:cubicBezTo>
                    <a:pt x="5073" y="10847"/>
                    <a:pt x="5141" y="10830"/>
                    <a:pt x="5208" y="10830"/>
                  </a:cubicBezTo>
                  <a:cubicBezTo>
                    <a:pt x="5275" y="10830"/>
                    <a:pt x="5341" y="10847"/>
                    <a:pt x="5394" y="10883"/>
                  </a:cubicBezTo>
                  <a:cubicBezTo>
                    <a:pt x="5513" y="10955"/>
                    <a:pt x="5632" y="10990"/>
                    <a:pt x="5775" y="10990"/>
                  </a:cubicBezTo>
                  <a:cubicBezTo>
                    <a:pt x="5990" y="10990"/>
                    <a:pt x="6216" y="10883"/>
                    <a:pt x="6347" y="10681"/>
                  </a:cubicBezTo>
                  <a:cubicBezTo>
                    <a:pt x="6423" y="10572"/>
                    <a:pt x="6549" y="10513"/>
                    <a:pt x="6671" y="10513"/>
                  </a:cubicBezTo>
                  <a:cubicBezTo>
                    <a:pt x="6682" y="10513"/>
                    <a:pt x="6693" y="10513"/>
                    <a:pt x="6704" y="10514"/>
                  </a:cubicBezTo>
                  <a:cubicBezTo>
                    <a:pt x="6742" y="10520"/>
                    <a:pt x="6779" y="10523"/>
                    <a:pt x="6816" y="10523"/>
                  </a:cubicBezTo>
                  <a:cubicBezTo>
                    <a:pt x="7150" y="10523"/>
                    <a:pt x="7435" y="10286"/>
                    <a:pt x="7478" y="9943"/>
                  </a:cubicBezTo>
                  <a:cubicBezTo>
                    <a:pt x="7514" y="9812"/>
                    <a:pt x="7597" y="9693"/>
                    <a:pt x="7752" y="9645"/>
                  </a:cubicBezTo>
                  <a:cubicBezTo>
                    <a:pt x="8109" y="9550"/>
                    <a:pt x="8335" y="9169"/>
                    <a:pt x="8228" y="8812"/>
                  </a:cubicBezTo>
                  <a:cubicBezTo>
                    <a:pt x="8192" y="8681"/>
                    <a:pt x="8240" y="8538"/>
                    <a:pt x="8347" y="8442"/>
                  </a:cubicBezTo>
                  <a:cubicBezTo>
                    <a:pt x="8645" y="8204"/>
                    <a:pt x="8692" y="7776"/>
                    <a:pt x="8454" y="7478"/>
                  </a:cubicBezTo>
                  <a:cubicBezTo>
                    <a:pt x="8359" y="7371"/>
                    <a:pt x="8347" y="7204"/>
                    <a:pt x="8407" y="7085"/>
                  </a:cubicBezTo>
                  <a:cubicBezTo>
                    <a:pt x="8573" y="6764"/>
                    <a:pt x="8430" y="6347"/>
                    <a:pt x="8109" y="6168"/>
                  </a:cubicBezTo>
                  <a:cubicBezTo>
                    <a:pt x="7990" y="6109"/>
                    <a:pt x="7895" y="5978"/>
                    <a:pt x="7918" y="5823"/>
                  </a:cubicBezTo>
                  <a:cubicBezTo>
                    <a:pt x="7930" y="5454"/>
                    <a:pt x="7645" y="5121"/>
                    <a:pt x="7275" y="5109"/>
                  </a:cubicBezTo>
                  <a:cubicBezTo>
                    <a:pt x="7204" y="5109"/>
                    <a:pt x="7121" y="5085"/>
                    <a:pt x="7061" y="5037"/>
                  </a:cubicBezTo>
                  <a:lnTo>
                    <a:pt x="10371" y="418"/>
                  </a:lnTo>
                  <a:cubicBezTo>
                    <a:pt x="10431" y="358"/>
                    <a:pt x="10443" y="263"/>
                    <a:pt x="10407" y="156"/>
                  </a:cubicBezTo>
                  <a:cubicBezTo>
                    <a:pt x="10359" y="60"/>
                    <a:pt x="10264" y="1"/>
                    <a:pt x="10169" y="1"/>
                  </a:cubicBezTo>
                  <a:lnTo>
                    <a:pt x="7383" y="1"/>
                  </a:lnTo>
                  <a:cubicBezTo>
                    <a:pt x="7287" y="1"/>
                    <a:pt x="7216" y="49"/>
                    <a:pt x="7156" y="120"/>
                  </a:cubicBezTo>
                  <a:lnTo>
                    <a:pt x="5228" y="2835"/>
                  </a:lnTo>
                  <a:lnTo>
                    <a:pt x="3287" y="120"/>
                  </a:lnTo>
                  <a:cubicBezTo>
                    <a:pt x="3239" y="49"/>
                    <a:pt x="3156" y="1"/>
                    <a:pt x="3061" y="1"/>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309;p69">
              <a:extLst>
                <a:ext uri="{FF2B5EF4-FFF2-40B4-BE49-F238E27FC236}">
                  <a16:creationId xmlns:a16="http://schemas.microsoft.com/office/drawing/2014/main" id="{4E485840-7436-2BFC-59A8-E5B2422C275B}"/>
                </a:ext>
              </a:extLst>
            </p:cNvPr>
            <p:cNvSpPr/>
            <p:nvPr/>
          </p:nvSpPr>
          <p:spPr>
            <a:xfrm>
              <a:off x="7250168" y="1816108"/>
              <a:ext cx="164134" cy="75877"/>
            </a:xfrm>
            <a:custGeom>
              <a:avLst/>
              <a:gdLst/>
              <a:ahLst/>
              <a:cxnLst/>
              <a:rect l="l" t="t" r="r" b="b"/>
              <a:pathLst>
                <a:path w="5157" h="2384" extrusionOk="0">
                  <a:moveTo>
                    <a:pt x="2573" y="0"/>
                  </a:moveTo>
                  <a:cubicBezTo>
                    <a:pt x="1954" y="0"/>
                    <a:pt x="1346" y="215"/>
                    <a:pt x="882" y="631"/>
                  </a:cubicBezTo>
                  <a:cubicBezTo>
                    <a:pt x="418" y="1036"/>
                    <a:pt x="108" y="1608"/>
                    <a:pt x="13" y="2203"/>
                  </a:cubicBezTo>
                  <a:cubicBezTo>
                    <a:pt x="1" y="2286"/>
                    <a:pt x="60" y="2358"/>
                    <a:pt x="156" y="2382"/>
                  </a:cubicBezTo>
                  <a:lnTo>
                    <a:pt x="180" y="2382"/>
                  </a:lnTo>
                  <a:cubicBezTo>
                    <a:pt x="251" y="2382"/>
                    <a:pt x="334" y="2322"/>
                    <a:pt x="346" y="2239"/>
                  </a:cubicBezTo>
                  <a:cubicBezTo>
                    <a:pt x="418" y="1703"/>
                    <a:pt x="703" y="1215"/>
                    <a:pt x="1108" y="870"/>
                  </a:cubicBezTo>
                  <a:cubicBezTo>
                    <a:pt x="1525" y="512"/>
                    <a:pt x="2037" y="322"/>
                    <a:pt x="2596" y="322"/>
                  </a:cubicBezTo>
                  <a:cubicBezTo>
                    <a:pt x="3144" y="322"/>
                    <a:pt x="3668" y="512"/>
                    <a:pt x="4085" y="870"/>
                  </a:cubicBezTo>
                  <a:cubicBezTo>
                    <a:pt x="4478" y="1227"/>
                    <a:pt x="4763" y="1727"/>
                    <a:pt x="4835" y="2239"/>
                  </a:cubicBezTo>
                  <a:cubicBezTo>
                    <a:pt x="4857" y="2326"/>
                    <a:pt x="4918" y="2383"/>
                    <a:pt x="4992" y="2383"/>
                  </a:cubicBezTo>
                  <a:cubicBezTo>
                    <a:pt x="4999" y="2383"/>
                    <a:pt x="5006" y="2383"/>
                    <a:pt x="5013" y="2382"/>
                  </a:cubicBezTo>
                  <a:cubicBezTo>
                    <a:pt x="5085" y="2382"/>
                    <a:pt x="5156" y="2286"/>
                    <a:pt x="5144" y="2203"/>
                  </a:cubicBezTo>
                  <a:cubicBezTo>
                    <a:pt x="5049" y="1584"/>
                    <a:pt x="4740" y="1036"/>
                    <a:pt x="4275" y="631"/>
                  </a:cubicBezTo>
                  <a:cubicBezTo>
                    <a:pt x="3799" y="238"/>
                    <a:pt x="3204" y="0"/>
                    <a:pt x="2573" y="0"/>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310;p69">
              <a:extLst>
                <a:ext uri="{FF2B5EF4-FFF2-40B4-BE49-F238E27FC236}">
                  <a16:creationId xmlns:a16="http://schemas.microsoft.com/office/drawing/2014/main" id="{036AD799-865B-1A65-55BE-22FA714E75F1}"/>
                </a:ext>
              </a:extLst>
            </p:cNvPr>
            <p:cNvSpPr/>
            <p:nvPr/>
          </p:nvSpPr>
          <p:spPr>
            <a:xfrm>
              <a:off x="7250168" y="1905352"/>
              <a:ext cx="164134" cy="75240"/>
            </a:xfrm>
            <a:custGeom>
              <a:avLst/>
              <a:gdLst/>
              <a:ahLst/>
              <a:cxnLst/>
              <a:rect l="l" t="t" r="r" b="b"/>
              <a:pathLst>
                <a:path w="5157" h="2364" extrusionOk="0">
                  <a:moveTo>
                    <a:pt x="193" y="1"/>
                  </a:moveTo>
                  <a:cubicBezTo>
                    <a:pt x="181" y="1"/>
                    <a:pt x="168" y="3"/>
                    <a:pt x="156" y="6"/>
                  </a:cubicBezTo>
                  <a:cubicBezTo>
                    <a:pt x="60" y="18"/>
                    <a:pt x="1" y="90"/>
                    <a:pt x="25" y="185"/>
                  </a:cubicBezTo>
                  <a:cubicBezTo>
                    <a:pt x="108" y="792"/>
                    <a:pt x="418" y="1340"/>
                    <a:pt x="882" y="1745"/>
                  </a:cubicBezTo>
                  <a:cubicBezTo>
                    <a:pt x="1358" y="2149"/>
                    <a:pt x="1954" y="2364"/>
                    <a:pt x="2585" y="2364"/>
                  </a:cubicBezTo>
                  <a:cubicBezTo>
                    <a:pt x="3204" y="2364"/>
                    <a:pt x="3811" y="2149"/>
                    <a:pt x="4275" y="1733"/>
                  </a:cubicBezTo>
                  <a:cubicBezTo>
                    <a:pt x="4740" y="1328"/>
                    <a:pt x="5049" y="756"/>
                    <a:pt x="5144" y="161"/>
                  </a:cubicBezTo>
                  <a:cubicBezTo>
                    <a:pt x="5156" y="90"/>
                    <a:pt x="5085" y="18"/>
                    <a:pt x="5002" y="6"/>
                  </a:cubicBezTo>
                  <a:cubicBezTo>
                    <a:pt x="4990" y="3"/>
                    <a:pt x="4980" y="2"/>
                    <a:pt x="4969" y="2"/>
                  </a:cubicBezTo>
                  <a:cubicBezTo>
                    <a:pt x="4900" y="2"/>
                    <a:pt x="4844" y="65"/>
                    <a:pt x="4823" y="137"/>
                  </a:cubicBezTo>
                  <a:cubicBezTo>
                    <a:pt x="4752" y="673"/>
                    <a:pt x="4466" y="1161"/>
                    <a:pt x="4073" y="1506"/>
                  </a:cubicBezTo>
                  <a:cubicBezTo>
                    <a:pt x="3656" y="1864"/>
                    <a:pt x="3132" y="2054"/>
                    <a:pt x="2585" y="2054"/>
                  </a:cubicBezTo>
                  <a:cubicBezTo>
                    <a:pt x="2025" y="2054"/>
                    <a:pt x="1513" y="1864"/>
                    <a:pt x="1096" y="1506"/>
                  </a:cubicBezTo>
                  <a:cubicBezTo>
                    <a:pt x="691" y="1149"/>
                    <a:pt x="406" y="673"/>
                    <a:pt x="334" y="137"/>
                  </a:cubicBezTo>
                  <a:cubicBezTo>
                    <a:pt x="324" y="56"/>
                    <a:pt x="262" y="1"/>
                    <a:pt x="193" y="1"/>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311;p69">
              <a:extLst>
                <a:ext uri="{FF2B5EF4-FFF2-40B4-BE49-F238E27FC236}">
                  <a16:creationId xmlns:a16="http://schemas.microsoft.com/office/drawing/2014/main" id="{CFD947BE-494E-49FF-2BD4-2DF172F87FC2}"/>
                </a:ext>
              </a:extLst>
            </p:cNvPr>
            <p:cNvSpPr/>
            <p:nvPr/>
          </p:nvSpPr>
          <p:spPr>
            <a:xfrm>
              <a:off x="7316496" y="1863849"/>
              <a:ext cx="18969" cy="69766"/>
            </a:xfrm>
            <a:custGeom>
              <a:avLst/>
              <a:gdLst/>
              <a:ahLst/>
              <a:cxnLst/>
              <a:rect l="l" t="t" r="r" b="b"/>
              <a:pathLst>
                <a:path w="596" h="2192" extrusionOk="0">
                  <a:moveTo>
                    <a:pt x="453" y="1"/>
                  </a:moveTo>
                  <a:cubicBezTo>
                    <a:pt x="417" y="1"/>
                    <a:pt x="393" y="12"/>
                    <a:pt x="382" y="24"/>
                  </a:cubicBezTo>
                  <a:lnTo>
                    <a:pt x="60" y="322"/>
                  </a:lnTo>
                  <a:cubicBezTo>
                    <a:pt x="24" y="358"/>
                    <a:pt x="1" y="405"/>
                    <a:pt x="1" y="441"/>
                  </a:cubicBezTo>
                  <a:cubicBezTo>
                    <a:pt x="1" y="501"/>
                    <a:pt x="48" y="584"/>
                    <a:pt x="108" y="584"/>
                  </a:cubicBezTo>
                  <a:cubicBezTo>
                    <a:pt x="120" y="584"/>
                    <a:pt x="155" y="560"/>
                    <a:pt x="167" y="548"/>
                  </a:cubicBezTo>
                  <a:lnTo>
                    <a:pt x="274" y="417"/>
                  </a:lnTo>
                  <a:lnTo>
                    <a:pt x="274" y="2084"/>
                  </a:lnTo>
                  <a:cubicBezTo>
                    <a:pt x="274" y="2156"/>
                    <a:pt x="346" y="2191"/>
                    <a:pt x="429" y="2191"/>
                  </a:cubicBezTo>
                  <a:cubicBezTo>
                    <a:pt x="512" y="2191"/>
                    <a:pt x="596" y="2156"/>
                    <a:pt x="596" y="2084"/>
                  </a:cubicBezTo>
                  <a:lnTo>
                    <a:pt x="596" y="108"/>
                  </a:lnTo>
                  <a:cubicBezTo>
                    <a:pt x="596" y="48"/>
                    <a:pt x="524" y="1"/>
                    <a:pt x="453" y="1"/>
                  </a:cubicBez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Google Shape;397;p40">
            <a:extLst>
              <a:ext uri="{FF2B5EF4-FFF2-40B4-BE49-F238E27FC236}">
                <a16:creationId xmlns:a16="http://schemas.microsoft.com/office/drawing/2014/main" id="{E1448F03-DBF5-2916-4DDE-3C91464B9CE6}"/>
              </a:ext>
            </a:extLst>
          </p:cNvPr>
          <p:cNvSpPr txBox="1">
            <a:spLocks/>
          </p:cNvSpPr>
          <p:nvPr/>
        </p:nvSpPr>
        <p:spPr>
          <a:xfrm>
            <a:off x="650333" y="986436"/>
            <a:ext cx="7766817" cy="7646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400"/>
              <a:buFont typeface="Figtree"/>
              <a:buNone/>
              <a:defRPr sz="1200" b="0" i="0" u="none" strike="noStrike" cap="none">
                <a:solidFill>
                  <a:schemeClr val="dk1"/>
                </a:solidFill>
                <a:latin typeface="Figtree"/>
                <a:ea typeface="Figtree"/>
                <a:cs typeface="Figtree"/>
                <a:sym typeface="Figtree"/>
              </a:defRPr>
            </a:lvl1pPr>
            <a:lvl2pPr marL="914400" marR="0" lvl="1"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2pPr>
            <a:lvl3pPr marL="1371600" marR="0" lvl="2"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3pPr>
            <a:lvl4pPr marL="1828800" marR="0" lvl="3"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4pPr>
            <a:lvl5pPr marL="2286000" marR="0" lvl="4"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5pPr>
            <a:lvl6pPr marL="2743200" marR="0" lvl="5"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6pPr>
            <a:lvl7pPr marL="3200400" marR="0" lvl="6"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7pPr>
            <a:lvl8pPr marL="3657600" marR="0" lvl="7"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8pPr>
            <a:lvl9pPr marL="4114800" marR="0" lvl="8"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9pPr>
          </a:lstStyle>
          <a:p>
            <a:pPr marL="0" indent="0"/>
            <a:r>
              <a:rPr lang="en-CA" dirty="0"/>
              <a:t>Investigate how </a:t>
            </a:r>
            <a:r>
              <a:rPr lang="en-CA" b="1" dirty="0"/>
              <a:t>phylogenetic community structure </a:t>
            </a:r>
            <a:r>
              <a:rPr lang="en-CA" dirty="0"/>
              <a:t>of </a:t>
            </a:r>
            <a:r>
              <a:rPr lang="en-CA" b="1" dirty="0"/>
              <a:t>Carabidae</a:t>
            </a:r>
            <a:r>
              <a:rPr lang="en-CA" dirty="0"/>
              <a:t> varies across a </a:t>
            </a:r>
            <a:r>
              <a:rPr lang="en-CA" b="1" dirty="0"/>
              <a:t>tropical elevation gradient</a:t>
            </a:r>
            <a:r>
              <a:rPr lang="en-CA" dirty="0"/>
              <a:t> and to assess the role of spatial, environmental and biological processes in driving diversity patterns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1"/>
          <p:cNvSpPr txBox="1">
            <a:spLocks noGrp="1"/>
          </p:cNvSpPr>
          <p:nvPr>
            <p:ph type="subTitle" idx="2"/>
          </p:nvPr>
        </p:nvSpPr>
        <p:spPr>
          <a:xfrm>
            <a:off x="286668" y="1117086"/>
            <a:ext cx="4285327" cy="3181585"/>
          </a:xfrm>
          <a:prstGeom prst="rect">
            <a:avLst/>
          </a:prstGeom>
        </p:spPr>
        <p:txBody>
          <a:bodyPr spcFirstLastPara="1" wrap="square" lIns="91425" tIns="91425" rIns="91425" bIns="91425" anchor="t" anchorCtr="0">
            <a:noAutofit/>
          </a:bodyPr>
          <a:lstStyle/>
          <a:p>
            <a:pPr marL="0" indent="0" algn="l"/>
            <a:r>
              <a:rPr lang="en-US" dirty="0"/>
              <a:t>Public data via BOLD API endpoint (11/26/2025)</a:t>
            </a:r>
          </a:p>
          <a:p>
            <a:pPr marL="171450" indent="-171450" algn="l">
              <a:buFont typeface="Arial" panose="020B0604020202020204" pitchFamily="34" charset="0"/>
              <a:buChar char="•"/>
            </a:pPr>
            <a:r>
              <a:rPr lang="en-US" dirty="0"/>
              <a:t>Taxon = </a:t>
            </a:r>
            <a:r>
              <a:rPr lang="en-US" b="1" dirty="0" err="1">
                <a:solidFill>
                  <a:schemeClr val="bg2">
                    <a:lumMod val="75000"/>
                  </a:schemeClr>
                </a:solidFill>
              </a:rPr>
              <a:t>Carabidae</a:t>
            </a:r>
            <a:r>
              <a:rPr lang="en-US" dirty="0"/>
              <a:t> </a:t>
            </a:r>
          </a:p>
          <a:p>
            <a:pPr marL="171450" indent="-171450" algn="l">
              <a:buFont typeface="Arial" panose="020B0604020202020204" pitchFamily="34" charset="0"/>
              <a:buChar char="•"/>
            </a:pPr>
            <a:r>
              <a:rPr lang="en-US" dirty="0"/>
              <a:t>Geo = Costa Rica, Ghana, Philippines, South Africa, Peru</a:t>
            </a:r>
          </a:p>
          <a:p>
            <a:pPr marL="171450" indent="-171450" algn="l">
              <a:buFont typeface="Arial" panose="020B0604020202020204" pitchFamily="34" charset="0"/>
              <a:buChar char="•"/>
            </a:pPr>
            <a:r>
              <a:rPr lang="en-US" dirty="0"/>
              <a:t>Specimen metadata &amp; raw nucleotides</a:t>
            </a:r>
          </a:p>
          <a:p>
            <a:pPr marL="0" indent="0" algn="l"/>
            <a:endParaRPr lang="en-US" dirty="0"/>
          </a:p>
          <a:p>
            <a:pPr marL="0" indent="0" algn="l"/>
            <a:r>
              <a:rPr lang="en-US" dirty="0"/>
              <a:t>Pre-filtering (n = </a:t>
            </a:r>
            <a:r>
              <a:rPr lang="en-US" b="1" dirty="0"/>
              <a:t>6376</a:t>
            </a:r>
            <a:r>
              <a:rPr lang="en-US" dirty="0"/>
              <a:t>)</a:t>
            </a:r>
          </a:p>
          <a:p>
            <a:pPr marL="0" indent="0" algn="l"/>
            <a:r>
              <a:rPr lang="en-US" dirty="0"/>
              <a:t>Filtering criteria: </a:t>
            </a:r>
          </a:p>
          <a:p>
            <a:pPr marL="171450" indent="-171450" algn="l">
              <a:buFont typeface="Arial" panose="020B0604020202020204" pitchFamily="34" charset="0"/>
              <a:buChar char="•"/>
            </a:pPr>
            <a:r>
              <a:rPr lang="en-US" b="1" dirty="0">
                <a:solidFill>
                  <a:schemeClr val="bg2">
                    <a:lumMod val="75000"/>
                  </a:schemeClr>
                </a:solidFill>
              </a:rPr>
              <a:t>Tropical</a:t>
            </a:r>
            <a:r>
              <a:rPr lang="en-US" dirty="0"/>
              <a:t> latitudes (-23.5</a:t>
            </a:r>
            <a:r>
              <a:rPr lang="en-CA" dirty="0"/>
              <a:t>°</a:t>
            </a:r>
            <a:r>
              <a:rPr lang="en-US" dirty="0"/>
              <a:t> to 23.5</a:t>
            </a:r>
            <a:r>
              <a:rPr lang="en-CA" dirty="0"/>
              <a:t>°)</a:t>
            </a:r>
          </a:p>
          <a:p>
            <a:pPr marL="171450" indent="-171450" algn="l">
              <a:buFont typeface="Arial" panose="020B0604020202020204" pitchFamily="34" charset="0"/>
              <a:buChar char="•"/>
            </a:pPr>
            <a:r>
              <a:rPr lang="en-CA" dirty="0"/>
              <a:t>Marker code: COI-5P</a:t>
            </a:r>
          </a:p>
          <a:p>
            <a:pPr marL="171450" indent="-171450" algn="l">
              <a:buFont typeface="Arial" panose="020B0604020202020204" pitchFamily="34" charset="0"/>
              <a:buChar char="•"/>
            </a:pPr>
            <a:r>
              <a:rPr lang="en-CA" dirty="0"/>
              <a:t>Sequence length &gt; 500bp</a:t>
            </a:r>
          </a:p>
          <a:p>
            <a:pPr marL="171450" indent="-171450" algn="l">
              <a:buFont typeface="Arial" panose="020B0604020202020204" pitchFamily="34" charset="0"/>
              <a:buChar char="•"/>
            </a:pPr>
            <a:r>
              <a:rPr lang="en-CA" dirty="0"/>
              <a:t>Elevation &amp; </a:t>
            </a:r>
            <a:r>
              <a:rPr lang="en-CA" dirty="0" err="1"/>
              <a:t>bin_uri</a:t>
            </a:r>
            <a:r>
              <a:rPr lang="en-CA" dirty="0"/>
              <a:t> fields required</a:t>
            </a:r>
          </a:p>
          <a:p>
            <a:pPr marL="0" indent="0" algn="l"/>
            <a:r>
              <a:rPr lang="en-CA" dirty="0"/>
              <a:t>Post-filtering (n = </a:t>
            </a:r>
            <a:r>
              <a:rPr lang="en-CA" b="1" dirty="0"/>
              <a:t>3433</a:t>
            </a:r>
            <a:r>
              <a:rPr lang="en-CA" dirty="0"/>
              <a:t>)</a:t>
            </a:r>
          </a:p>
          <a:p>
            <a:pPr marL="0" indent="0" algn="l"/>
            <a:endParaRPr lang="en-CA" dirty="0"/>
          </a:p>
          <a:p>
            <a:pPr marL="0" indent="0" algn="l"/>
            <a:r>
              <a:rPr lang="en-CA" b="1" dirty="0">
                <a:solidFill>
                  <a:schemeClr val="bg2">
                    <a:lumMod val="75000"/>
                  </a:schemeClr>
                </a:solidFill>
              </a:rPr>
              <a:t>Elevation bands </a:t>
            </a:r>
            <a:r>
              <a:rPr lang="en-CA" dirty="0"/>
              <a:t>from 0 to 3000m in 100m intervals</a:t>
            </a:r>
          </a:p>
        </p:txBody>
      </p:sp>
      <p:sp>
        <p:nvSpPr>
          <p:cNvPr id="447" name="Google Shape;447;p41"/>
          <p:cNvSpPr txBox="1">
            <a:spLocks noGrp="1"/>
          </p:cNvSpPr>
          <p:nvPr>
            <p:ph type="subTitle" idx="3"/>
          </p:nvPr>
        </p:nvSpPr>
        <p:spPr>
          <a:xfrm>
            <a:off x="4849444" y="1259134"/>
            <a:ext cx="4298726" cy="2502223"/>
          </a:xfrm>
          <a:prstGeom prst="rect">
            <a:avLst/>
          </a:prstGeom>
        </p:spPr>
        <p:txBody>
          <a:bodyPr spcFirstLastPara="1" wrap="square" lIns="91425" tIns="91425" rIns="91425" bIns="91425" anchor="t" anchorCtr="0">
            <a:noAutofit/>
          </a:bodyPr>
          <a:lstStyle/>
          <a:p>
            <a:pPr marL="0" indent="0" algn="l"/>
            <a:r>
              <a:rPr lang="en-US" b="1" dirty="0">
                <a:solidFill>
                  <a:schemeClr val="bg2">
                    <a:lumMod val="75000"/>
                  </a:schemeClr>
                </a:solidFill>
              </a:rPr>
              <a:t>Barcode Index Number (BIN) </a:t>
            </a:r>
            <a:r>
              <a:rPr lang="en-US" dirty="0"/>
              <a:t>used as a proxy for species</a:t>
            </a:r>
          </a:p>
          <a:p>
            <a:pPr marL="171450" indent="-171450" algn="l">
              <a:buFont typeface="Arial" panose="020B0604020202020204" pitchFamily="34" charset="0"/>
              <a:buChar char="•"/>
            </a:pPr>
            <a:r>
              <a:rPr lang="en-US" dirty="0"/>
              <a:t>Useful for constructing provisional phylogenies where formal taxonomic identification is incomplete</a:t>
            </a:r>
          </a:p>
          <a:p>
            <a:pPr marL="0" indent="0" algn="l"/>
            <a:endParaRPr lang="en-US" dirty="0"/>
          </a:p>
          <a:p>
            <a:pPr marL="0" indent="0" algn="l"/>
            <a:r>
              <a:rPr lang="en-US" dirty="0"/>
              <a:t>Unique BINs (n = </a:t>
            </a:r>
            <a:r>
              <a:rPr lang="en-US" b="1" dirty="0"/>
              <a:t>398</a:t>
            </a:r>
            <a:r>
              <a:rPr lang="en-US" dirty="0"/>
              <a:t>)</a:t>
            </a:r>
          </a:p>
          <a:p>
            <a:pPr marL="0" indent="0" algn="l"/>
            <a:r>
              <a:rPr lang="en-US" dirty="0">
                <a:solidFill>
                  <a:schemeClr val="tx1"/>
                </a:solidFill>
              </a:rPr>
              <a:t>BIN representative </a:t>
            </a:r>
            <a:r>
              <a:rPr lang="en-US" dirty="0"/>
              <a:t>criteria:</a:t>
            </a:r>
          </a:p>
          <a:p>
            <a:pPr marL="171450" indent="-171450" algn="l">
              <a:buFont typeface="Arial" panose="020B0604020202020204" pitchFamily="34" charset="0"/>
              <a:buChar char="•"/>
            </a:pPr>
            <a:r>
              <a:rPr lang="en-US" dirty="0"/>
              <a:t>Longest read</a:t>
            </a:r>
          </a:p>
          <a:p>
            <a:pPr marL="171450" indent="-171450" algn="l">
              <a:buFont typeface="Arial" panose="020B0604020202020204" pitchFamily="34" charset="0"/>
              <a:buChar char="•"/>
            </a:pPr>
            <a:r>
              <a:rPr lang="en-US" dirty="0"/>
              <a:t>Least ambiguous bases (“N”)</a:t>
            </a:r>
          </a:p>
          <a:p>
            <a:pPr marL="171450" indent="-171450" algn="l">
              <a:buFont typeface="Arial" panose="020B0604020202020204" pitchFamily="34" charset="0"/>
              <a:buChar char="•"/>
            </a:pPr>
            <a:r>
              <a:rPr lang="en-US" dirty="0"/>
              <a:t>Remove contaminated BINs (n = 1)</a:t>
            </a:r>
          </a:p>
          <a:p>
            <a:pPr marL="628650" lvl="1" indent="-171450" algn="l">
              <a:buFont typeface="Arial" panose="020B0604020202020204" pitchFamily="34" charset="0"/>
              <a:buChar char="•"/>
            </a:pPr>
            <a:r>
              <a:rPr lang="en-US" dirty="0"/>
              <a:t>verified by BOLD V5 ID Engine</a:t>
            </a:r>
          </a:p>
          <a:p>
            <a:pPr marL="0" indent="0" algn="l"/>
            <a:r>
              <a:rPr lang="en-US" b="1" dirty="0">
                <a:solidFill>
                  <a:schemeClr val="bg2">
                    <a:lumMod val="75000"/>
                  </a:schemeClr>
                </a:solidFill>
              </a:rPr>
              <a:t>BIN representatives </a:t>
            </a:r>
            <a:r>
              <a:rPr lang="en-US" dirty="0"/>
              <a:t>(n = </a:t>
            </a:r>
            <a:r>
              <a:rPr lang="en-US" b="1" dirty="0"/>
              <a:t>397</a:t>
            </a:r>
            <a:r>
              <a:rPr lang="en-US" dirty="0"/>
              <a:t>)</a:t>
            </a:r>
          </a:p>
          <a:p>
            <a:pPr marL="171450" indent="-171450" algn="l">
              <a:buFont typeface="Arial" panose="020B0604020202020204" pitchFamily="34" charset="0"/>
              <a:buChar char="•"/>
            </a:pPr>
            <a:r>
              <a:rPr lang="en-US" dirty="0"/>
              <a:t>Sequence length after alignment and trimming = 660bp</a:t>
            </a:r>
          </a:p>
          <a:p>
            <a:pPr marL="0" indent="0" algn="l"/>
            <a:endParaRPr lang="en-US" dirty="0"/>
          </a:p>
        </p:txBody>
      </p:sp>
      <p:sp>
        <p:nvSpPr>
          <p:cNvPr id="450" name="Google Shape;450;p41"/>
          <p:cNvSpPr txBox="1">
            <a:spLocks noGrp="1"/>
          </p:cNvSpPr>
          <p:nvPr>
            <p:ph type="title"/>
          </p:nvPr>
        </p:nvSpPr>
        <p:spPr>
          <a:xfrm>
            <a:off x="696146" y="36867"/>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t>Datasets</a:t>
            </a:r>
            <a:endParaRPr dirty="0"/>
          </a:p>
          <a:p>
            <a:pPr marL="0" lvl="0" indent="0" algn="ctr" rtl="0">
              <a:spcBef>
                <a:spcPts val="0"/>
              </a:spcBef>
              <a:spcAft>
                <a:spcPts val="0"/>
              </a:spcAft>
              <a:buNone/>
            </a:pPr>
            <a:endParaRPr dirty="0"/>
          </a:p>
          <a:p>
            <a:pPr marL="0" lvl="0" indent="0" algn="ctr" rtl="0">
              <a:spcBef>
                <a:spcPts val="0"/>
              </a:spcBef>
              <a:spcAft>
                <a:spcPts val="0"/>
              </a:spcAft>
              <a:buNone/>
            </a:pPr>
            <a:endParaRPr dirty="0"/>
          </a:p>
        </p:txBody>
      </p:sp>
      <p:sp>
        <p:nvSpPr>
          <p:cNvPr id="453" name="Google Shape;453;p41"/>
          <p:cNvSpPr txBox="1">
            <a:spLocks noGrp="1"/>
          </p:cNvSpPr>
          <p:nvPr>
            <p:ph type="subTitle" idx="7"/>
          </p:nvPr>
        </p:nvSpPr>
        <p:spPr>
          <a:xfrm>
            <a:off x="4877140" y="660131"/>
            <a:ext cx="3897436" cy="44094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u="sng" dirty="0"/>
              <a:t>BIN Representative Sequences</a:t>
            </a:r>
            <a:endParaRPr u="sng" dirty="0"/>
          </a:p>
        </p:txBody>
      </p:sp>
      <p:sp>
        <p:nvSpPr>
          <p:cNvPr id="3" name="Subtitle 2">
            <a:extLst>
              <a:ext uri="{FF2B5EF4-FFF2-40B4-BE49-F238E27FC236}">
                <a16:creationId xmlns:a16="http://schemas.microsoft.com/office/drawing/2014/main" id="{6393BACE-D67D-DEC2-0EC3-879AABD8A260}"/>
              </a:ext>
            </a:extLst>
          </p:cNvPr>
          <p:cNvSpPr>
            <a:spLocks noGrp="1"/>
          </p:cNvSpPr>
          <p:nvPr>
            <p:ph type="subTitle" idx="1"/>
          </p:nvPr>
        </p:nvSpPr>
        <p:spPr>
          <a:xfrm>
            <a:off x="286669" y="675947"/>
            <a:ext cx="4070126" cy="440949"/>
          </a:xfrm>
        </p:spPr>
        <p:txBody>
          <a:bodyPr/>
          <a:lstStyle/>
          <a:p>
            <a:r>
              <a:rPr lang="en-US" u="sng" dirty="0" err="1"/>
              <a:t>Carabidae</a:t>
            </a:r>
            <a:r>
              <a:rPr lang="en-US" u="sng" dirty="0"/>
              <a:t> &amp; Elevation Metadata</a:t>
            </a:r>
          </a:p>
        </p:txBody>
      </p:sp>
      <p:cxnSp>
        <p:nvCxnSpPr>
          <p:cNvPr id="13" name="Straight Connector 12">
            <a:extLst>
              <a:ext uri="{FF2B5EF4-FFF2-40B4-BE49-F238E27FC236}">
                <a16:creationId xmlns:a16="http://schemas.microsoft.com/office/drawing/2014/main" id="{35DCB5DE-4C97-4F55-736A-EFF2EBAF1415}"/>
              </a:ext>
            </a:extLst>
          </p:cNvPr>
          <p:cNvCxnSpPr>
            <a:cxnSpLocks/>
          </p:cNvCxnSpPr>
          <p:nvPr/>
        </p:nvCxnSpPr>
        <p:spPr>
          <a:xfrm>
            <a:off x="4697505" y="768900"/>
            <a:ext cx="0" cy="3071580"/>
          </a:xfrm>
          <a:prstGeom prst="line">
            <a:avLst/>
          </a:prstGeom>
          <a:ln w="19050">
            <a:solidFill>
              <a:srgbClr val="5F7D95"/>
            </a:solidFill>
          </a:ln>
        </p:spPr>
        <p:style>
          <a:lnRef idx="1">
            <a:schemeClr val="accent1"/>
          </a:lnRef>
          <a:fillRef idx="0">
            <a:schemeClr val="accent1"/>
          </a:fillRef>
          <a:effectRef idx="0">
            <a:schemeClr val="accent1"/>
          </a:effectRef>
          <a:fontRef idx="minor">
            <a:schemeClr val="tx1"/>
          </a:fontRef>
        </p:style>
      </p:cxnSp>
      <p:pic>
        <p:nvPicPr>
          <p:cNvPr id="1028" name="Picture 4" descr="The Ground Beetles of Eastern North Carolina Agriculture | NC State  Extension Publications">
            <a:extLst>
              <a:ext uri="{FF2B5EF4-FFF2-40B4-BE49-F238E27FC236}">
                <a16:creationId xmlns:a16="http://schemas.microsoft.com/office/drawing/2014/main" id="{B3D8D0D7-C54E-2855-D0A7-D52506EA11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035" r="1450"/>
          <a:stretch>
            <a:fillRect/>
          </a:stretch>
        </p:blipFill>
        <p:spPr bwMode="auto">
          <a:xfrm rot="16200000">
            <a:off x="1025313" y="3619359"/>
            <a:ext cx="573860" cy="247442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The Ground Beetles of Eastern North Carolina Agriculture | NC State  Extension Publications">
            <a:extLst>
              <a:ext uri="{FF2B5EF4-FFF2-40B4-BE49-F238E27FC236}">
                <a16:creationId xmlns:a16="http://schemas.microsoft.com/office/drawing/2014/main" id="{8FDEAE9A-61CE-28AD-2906-9CD7A5D0BB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036" t="1840" r="34449" b="-1840"/>
          <a:stretch>
            <a:fillRect/>
          </a:stretch>
        </p:blipFill>
        <p:spPr bwMode="auto">
          <a:xfrm rot="16200000">
            <a:off x="3499731" y="3618982"/>
            <a:ext cx="573859" cy="247441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447;p41">
            <a:extLst>
              <a:ext uri="{FF2B5EF4-FFF2-40B4-BE49-F238E27FC236}">
                <a16:creationId xmlns:a16="http://schemas.microsoft.com/office/drawing/2014/main" id="{449BDE8E-CF94-C088-6648-118330B3040D}"/>
              </a:ext>
            </a:extLst>
          </p:cNvPr>
          <p:cNvSpPr txBox="1">
            <a:spLocks/>
          </p:cNvSpPr>
          <p:nvPr/>
        </p:nvSpPr>
        <p:spPr>
          <a:xfrm>
            <a:off x="3340762" y="4127899"/>
            <a:ext cx="3017364" cy="3767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400"/>
              <a:buFont typeface="Figtree"/>
              <a:buNone/>
              <a:defRPr sz="1200" b="0" i="0" u="none" strike="noStrike" cap="none">
                <a:solidFill>
                  <a:schemeClr val="dk1"/>
                </a:solidFill>
                <a:latin typeface="Figtree"/>
                <a:ea typeface="Figtree"/>
                <a:cs typeface="Figtree"/>
                <a:sym typeface="Figtree"/>
              </a:defRPr>
            </a:lvl1pPr>
            <a:lvl2pPr marL="914400" marR="0" lvl="1"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2pPr>
            <a:lvl3pPr marL="1371600" marR="0" lvl="2"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3pPr>
            <a:lvl4pPr marL="1828800" marR="0" lvl="3"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4pPr>
            <a:lvl5pPr marL="2286000" marR="0" lvl="4"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5pPr>
            <a:lvl6pPr marL="2743200" marR="0" lvl="5"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6pPr>
            <a:lvl7pPr marL="3200400" marR="0" lvl="6"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7pPr>
            <a:lvl8pPr marL="3657600" marR="0" lvl="7"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8pPr>
            <a:lvl9pPr marL="4114800" marR="0" lvl="8"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9pPr>
          </a:lstStyle>
          <a:p>
            <a:pPr marL="0" indent="0" algn="l"/>
            <a:r>
              <a:rPr lang="en-US" dirty="0"/>
              <a:t>Presence/absence </a:t>
            </a:r>
            <a:r>
              <a:rPr lang="en-US" b="1" dirty="0">
                <a:solidFill>
                  <a:schemeClr val="bg2">
                    <a:lumMod val="75000"/>
                  </a:schemeClr>
                </a:solidFill>
              </a:rPr>
              <a:t>community matrix</a:t>
            </a:r>
          </a:p>
        </p:txBody>
      </p:sp>
      <p:pic>
        <p:nvPicPr>
          <p:cNvPr id="8" name="Picture 4" descr="The Ground Beetles of Eastern North Carolina Agriculture | NC State  Extension Publications">
            <a:extLst>
              <a:ext uri="{FF2B5EF4-FFF2-40B4-BE49-F238E27FC236}">
                <a16:creationId xmlns:a16="http://schemas.microsoft.com/office/drawing/2014/main" id="{3310F026-F322-15D8-D583-6EED937BA54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40" t="262" r="66145" b="-262"/>
          <a:stretch>
            <a:fillRect/>
          </a:stretch>
        </p:blipFill>
        <p:spPr bwMode="auto">
          <a:xfrm rot="16200000">
            <a:off x="5867857" y="3626068"/>
            <a:ext cx="555584" cy="2395617"/>
          </a:xfrm>
          <a:prstGeom prst="rect">
            <a:avLst/>
          </a:prstGeom>
          <a:noFill/>
          <a:extLst>
            <a:ext uri="{909E8E84-426E-40DD-AFC4-6F175D3DCCD1}">
              <a14:hiddenFill xmlns:a14="http://schemas.microsoft.com/office/drawing/2010/main">
                <a:solidFill>
                  <a:srgbClr val="FFFFFF"/>
                </a:solidFill>
              </a14:hiddenFill>
            </a:ext>
          </a:extLst>
        </p:spPr>
      </p:pic>
      <p:sp>
        <p:nvSpPr>
          <p:cNvPr id="9" name="Left Brace 8">
            <a:extLst>
              <a:ext uri="{FF2B5EF4-FFF2-40B4-BE49-F238E27FC236}">
                <a16:creationId xmlns:a16="http://schemas.microsoft.com/office/drawing/2014/main" id="{172D86C5-F4C4-9DB3-E8B4-ECF81E5CC8DB}"/>
              </a:ext>
            </a:extLst>
          </p:cNvPr>
          <p:cNvSpPr/>
          <p:nvPr/>
        </p:nvSpPr>
        <p:spPr>
          <a:xfrm rot="16200000">
            <a:off x="4560144" y="2132063"/>
            <a:ext cx="274722" cy="3750550"/>
          </a:xfrm>
          <a:prstGeom prst="leftBrace">
            <a:avLst/>
          </a:prstGeom>
          <a:ln w="12700">
            <a:solidFill>
              <a:srgbClr val="5F7D9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49" name="Rounded Rectangle 448">
            <a:extLst>
              <a:ext uri="{FF2B5EF4-FFF2-40B4-BE49-F238E27FC236}">
                <a16:creationId xmlns:a16="http://schemas.microsoft.com/office/drawing/2014/main" id="{B0CBF8C7-41E2-A8E6-E66C-60C48029125B}"/>
              </a:ext>
            </a:extLst>
          </p:cNvPr>
          <p:cNvSpPr/>
          <p:nvPr/>
        </p:nvSpPr>
        <p:spPr>
          <a:xfrm>
            <a:off x="6168230" y="2904726"/>
            <a:ext cx="2674067" cy="1958552"/>
          </a:xfrm>
          <a:prstGeom prst="roundRect">
            <a:avLst/>
          </a:prstGeom>
          <a:solidFill>
            <a:srgbClr val="0569AC">
              <a:alpha val="65098"/>
            </a:srgbClr>
          </a:solidFill>
          <a:ln>
            <a:solidFill>
              <a:srgbClr val="4545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281F0F1B-D1C8-34C8-7E1F-6B34DD8508AB}"/>
              </a:ext>
            </a:extLst>
          </p:cNvPr>
          <p:cNvSpPr/>
          <p:nvPr/>
        </p:nvSpPr>
        <p:spPr>
          <a:xfrm>
            <a:off x="6277400" y="773342"/>
            <a:ext cx="2507244" cy="1611855"/>
          </a:xfrm>
          <a:prstGeom prst="roundRect">
            <a:avLst/>
          </a:prstGeom>
          <a:solidFill>
            <a:srgbClr val="A8DEB5">
              <a:alpha val="65490"/>
            </a:srgbClr>
          </a:solidFill>
          <a:ln>
            <a:solidFill>
              <a:srgbClr val="4545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F240FFBE-B77B-926E-7D42-D979F66C1130}"/>
              </a:ext>
            </a:extLst>
          </p:cNvPr>
          <p:cNvSpPr/>
          <p:nvPr/>
        </p:nvSpPr>
        <p:spPr>
          <a:xfrm>
            <a:off x="3166939" y="773342"/>
            <a:ext cx="2612266" cy="1611855"/>
          </a:xfrm>
          <a:prstGeom prst="roundRect">
            <a:avLst/>
          </a:prstGeom>
          <a:solidFill>
            <a:srgbClr val="CCEBC5">
              <a:alpha val="64314"/>
            </a:srgbClr>
          </a:solidFill>
          <a:ln>
            <a:solidFill>
              <a:srgbClr val="4545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FE42E8CA-9FF1-038F-3A09-C2F9D13331C8}"/>
              </a:ext>
            </a:extLst>
          </p:cNvPr>
          <p:cNvSpPr/>
          <p:nvPr/>
        </p:nvSpPr>
        <p:spPr>
          <a:xfrm>
            <a:off x="204536" y="773343"/>
            <a:ext cx="2570761" cy="1611855"/>
          </a:xfrm>
          <a:prstGeom prst="roundRect">
            <a:avLst/>
          </a:prstGeom>
          <a:solidFill>
            <a:srgbClr val="F1FAE9">
              <a:alpha val="64706"/>
            </a:srgbClr>
          </a:solidFill>
          <a:ln>
            <a:solidFill>
              <a:srgbClr val="4545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Google Shape;464;p42"/>
          <p:cNvSpPr txBox="1">
            <a:spLocks noGrp="1"/>
          </p:cNvSpPr>
          <p:nvPr>
            <p:ph type="subTitle" idx="9"/>
          </p:nvPr>
        </p:nvSpPr>
        <p:spPr>
          <a:xfrm>
            <a:off x="475837" y="838516"/>
            <a:ext cx="1907785" cy="547832"/>
          </a:xfrm>
          <a:prstGeom prst="round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CA" sz="1400" dirty="0"/>
              <a:t>Data Ingestion &amp; Preprocessing</a:t>
            </a:r>
            <a:endParaRPr sz="1400" dirty="0"/>
          </a:p>
        </p:txBody>
      </p:sp>
      <p:sp>
        <p:nvSpPr>
          <p:cNvPr id="465" name="Google Shape;465;p42"/>
          <p:cNvSpPr txBox="1">
            <a:spLocks noGrp="1"/>
          </p:cNvSpPr>
          <p:nvPr>
            <p:ph type="title"/>
          </p:nvPr>
        </p:nvSpPr>
        <p:spPr>
          <a:xfrm>
            <a:off x="2543472" y="15877"/>
            <a:ext cx="4049792" cy="587973"/>
          </a:xfrm>
          <a:prstGeom prst="rect">
            <a:avLst/>
          </a:prstGeom>
        </p:spPr>
        <p:txBody>
          <a:bodyPr spcFirstLastPara="1" wrap="square" lIns="91425" tIns="91425" rIns="91425" bIns="91425" anchor="t" anchorCtr="0">
            <a:noAutofit/>
          </a:bodyPr>
          <a:lstStyle/>
          <a:p>
            <a:pPr lvl="0" algn="ctr"/>
            <a:r>
              <a:rPr lang="en-US" dirty="0"/>
              <a:t>Analysis Pipeline</a:t>
            </a:r>
            <a:endParaRPr dirty="0"/>
          </a:p>
        </p:txBody>
      </p:sp>
      <p:sp>
        <p:nvSpPr>
          <p:cNvPr id="470" name="Google Shape;470;p42"/>
          <p:cNvSpPr txBox="1">
            <a:spLocks noGrp="1"/>
          </p:cNvSpPr>
          <p:nvPr>
            <p:ph type="subTitle" idx="3"/>
          </p:nvPr>
        </p:nvSpPr>
        <p:spPr>
          <a:xfrm>
            <a:off x="359356" y="1291241"/>
            <a:ext cx="2184116" cy="94265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en-CA" sz="1100" b="1" dirty="0"/>
              <a:t>BOLD Systems API</a:t>
            </a:r>
          </a:p>
          <a:p>
            <a:pPr marL="171450" lvl="0" indent="-171450" algn="l" rtl="0">
              <a:spcBef>
                <a:spcPts val="0"/>
              </a:spcBef>
              <a:spcAft>
                <a:spcPts val="0"/>
              </a:spcAft>
              <a:buFont typeface="Arial" panose="020B0604020202020204" pitchFamily="34" charset="0"/>
              <a:buChar char="•"/>
            </a:pPr>
            <a:r>
              <a:rPr lang="en-CA" sz="1100" dirty="0"/>
              <a:t>Tropical Carabidae BIN reps</a:t>
            </a:r>
          </a:p>
          <a:p>
            <a:pPr marL="171450" lvl="0" indent="-171450" algn="l" rtl="0">
              <a:spcBef>
                <a:spcPts val="0"/>
              </a:spcBef>
              <a:spcAft>
                <a:spcPts val="0"/>
              </a:spcAft>
              <a:buFont typeface="Arial" panose="020B0604020202020204" pitchFamily="34" charset="0"/>
              <a:buChar char="•"/>
            </a:pPr>
            <a:r>
              <a:rPr lang="en-CA" sz="1100" dirty="0"/>
              <a:t>Elevation bands</a:t>
            </a:r>
          </a:p>
          <a:p>
            <a:pPr marL="171450" lvl="0" indent="-171450" algn="l" rtl="0">
              <a:spcBef>
                <a:spcPts val="0"/>
              </a:spcBef>
              <a:spcAft>
                <a:spcPts val="0"/>
              </a:spcAft>
              <a:buFont typeface="Arial" panose="020B0604020202020204" pitchFamily="34" charset="0"/>
              <a:buChar char="•"/>
            </a:pPr>
            <a:r>
              <a:rPr lang="en-CA" sz="1100" dirty="0"/>
              <a:t>Presence/absence matrix</a:t>
            </a:r>
            <a:endParaRPr sz="1100" dirty="0"/>
          </a:p>
        </p:txBody>
      </p:sp>
      <p:sp>
        <p:nvSpPr>
          <p:cNvPr id="24" name="Google Shape;464;p42">
            <a:extLst>
              <a:ext uri="{FF2B5EF4-FFF2-40B4-BE49-F238E27FC236}">
                <a16:creationId xmlns:a16="http://schemas.microsoft.com/office/drawing/2014/main" id="{0B322345-5AC2-9D43-6C9B-955E717B4352}"/>
              </a:ext>
            </a:extLst>
          </p:cNvPr>
          <p:cNvSpPr txBox="1">
            <a:spLocks/>
          </p:cNvSpPr>
          <p:nvPr/>
        </p:nvSpPr>
        <p:spPr>
          <a:xfrm>
            <a:off x="3558614" y="815487"/>
            <a:ext cx="1907785" cy="547832"/>
          </a:xfrm>
          <a:prstGeom prst="round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Domine"/>
                <a:ea typeface="Domine"/>
                <a:cs typeface="Domine"/>
                <a:sym typeface="Domine"/>
              </a:defRPr>
            </a:lvl1pPr>
            <a:lvl2pPr marL="914400" marR="0" lvl="1"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9pPr>
          </a:lstStyle>
          <a:p>
            <a:pPr marL="0" indent="0"/>
            <a:r>
              <a:rPr lang="en-CA" sz="1400" dirty="0"/>
              <a:t>Multiple Sequence Alignment</a:t>
            </a:r>
          </a:p>
        </p:txBody>
      </p:sp>
      <p:sp>
        <p:nvSpPr>
          <p:cNvPr id="25" name="Google Shape;470;p42">
            <a:extLst>
              <a:ext uri="{FF2B5EF4-FFF2-40B4-BE49-F238E27FC236}">
                <a16:creationId xmlns:a16="http://schemas.microsoft.com/office/drawing/2014/main" id="{BF89A384-4BDA-40DF-0872-643A34356207}"/>
              </a:ext>
            </a:extLst>
          </p:cNvPr>
          <p:cNvSpPr txBox="1">
            <a:spLocks/>
          </p:cNvSpPr>
          <p:nvPr/>
        </p:nvSpPr>
        <p:spPr>
          <a:xfrm>
            <a:off x="3320162" y="1262216"/>
            <a:ext cx="2344708" cy="100070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400"/>
              <a:buFont typeface="Figtree"/>
              <a:buNone/>
              <a:defRPr sz="1200" b="0" i="0" u="none" strike="noStrike" cap="none">
                <a:solidFill>
                  <a:schemeClr val="dk1"/>
                </a:solidFill>
                <a:latin typeface="Figtree"/>
                <a:ea typeface="Figtree"/>
                <a:cs typeface="Figtree"/>
                <a:sym typeface="Figtree"/>
              </a:defRPr>
            </a:lvl1pPr>
            <a:lvl2pPr marL="914400" marR="0" lvl="1"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2pPr>
            <a:lvl3pPr marL="1371600" marR="0" lvl="2"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3pPr>
            <a:lvl4pPr marL="1828800" marR="0" lvl="3"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4pPr>
            <a:lvl5pPr marL="2286000" marR="0" lvl="4"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5pPr>
            <a:lvl6pPr marL="2743200" marR="0" lvl="5"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6pPr>
            <a:lvl7pPr marL="3200400" marR="0" lvl="6"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7pPr>
            <a:lvl8pPr marL="3657600" marR="0" lvl="7"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8pPr>
            <a:lvl9pPr marL="4114800" marR="0" lvl="8"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9pPr>
          </a:lstStyle>
          <a:p>
            <a:pPr marL="0" indent="0" algn="l"/>
            <a:r>
              <a:rPr lang="en-CA" sz="1100" b="1" dirty="0"/>
              <a:t>MEGA12</a:t>
            </a:r>
          </a:p>
          <a:p>
            <a:pPr marL="171450" indent="-171450" algn="l">
              <a:buFont typeface="Arial" panose="020B0604020202020204" pitchFamily="34" charset="0"/>
              <a:buChar char="•"/>
            </a:pPr>
            <a:r>
              <a:rPr lang="en-CA" sz="1100" dirty="0"/>
              <a:t>MUSCLE</a:t>
            </a:r>
          </a:p>
          <a:p>
            <a:pPr marL="171450" indent="-171450" algn="l">
              <a:buFont typeface="Arial" panose="020B0604020202020204" pitchFamily="34" charset="0"/>
              <a:buChar char="•"/>
            </a:pPr>
            <a:r>
              <a:rPr lang="en-CA" sz="1100" dirty="0"/>
              <a:t>Gap open penalty = 400</a:t>
            </a:r>
          </a:p>
          <a:p>
            <a:pPr marL="171450" indent="-171450" algn="l">
              <a:buFont typeface="Arial" panose="020B0604020202020204" pitchFamily="34" charset="0"/>
              <a:buChar char="•"/>
            </a:pPr>
            <a:r>
              <a:rPr lang="en-CA" sz="1100" dirty="0"/>
              <a:t>Cluster method = UPGMA</a:t>
            </a:r>
          </a:p>
          <a:p>
            <a:pPr marL="171450" indent="-171450" algn="l">
              <a:buFont typeface="Arial" panose="020B0604020202020204" pitchFamily="34" charset="0"/>
              <a:buChar char="•"/>
            </a:pPr>
            <a:r>
              <a:rPr lang="en-CA" sz="1100" dirty="0"/>
              <a:t>Substitution model = GTR+G+I </a:t>
            </a:r>
          </a:p>
          <a:p>
            <a:pPr marL="171450" indent="-171450" algn="l">
              <a:buFont typeface="Arial" panose="020B0604020202020204" pitchFamily="34" charset="0"/>
              <a:buChar char="•"/>
            </a:pPr>
            <a:endParaRPr lang="en-CA" sz="1100" dirty="0"/>
          </a:p>
        </p:txBody>
      </p:sp>
      <p:sp>
        <p:nvSpPr>
          <p:cNvPr id="27" name="Google Shape;464;p42">
            <a:extLst>
              <a:ext uri="{FF2B5EF4-FFF2-40B4-BE49-F238E27FC236}">
                <a16:creationId xmlns:a16="http://schemas.microsoft.com/office/drawing/2014/main" id="{0E69054B-FB19-EB31-4026-FA85A4907AA7}"/>
              </a:ext>
            </a:extLst>
          </p:cNvPr>
          <p:cNvSpPr txBox="1">
            <a:spLocks/>
          </p:cNvSpPr>
          <p:nvPr/>
        </p:nvSpPr>
        <p:spPr>
          <a:xfrm>
            <a:off x="6629993" y="861284"/>
            <a:ext cx="1907785" cy="547832"/>
          </a:xfrm>
          <a:prstGeom prst="round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Domine"/>
                <a:ea typeface="Domine"/>
                <a:cs typeface="Domine"/>
                <a:sym typeface="Domine"/>
              </a:defRPr>
            </a:lvl1pPr>
            <a:lvl2pPr marL="914400" marR="0" lvl="1"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9pPr>
          </a:lstStyle>
          <a:p>
            <a:pPr marL="0" indent="0"/>
            <a:r>
              <a:rPr lang="en-CA" sz="1400" dirty="0"/>
              <a:t>Phylogenetic Tree Reconstruction</a:t>
            </a:r>
          </a:p>
        </p:txBody>
      </p:sp>
      <p:sp>
        <p:nvSpPr>
          <p:cNvPr id="28" name="Google Shape;470;p42">
            <a:extLst>
              <a:ext uri="{FF2B5EF4-FFF2-40B4-BE49-F238E27FC236}">
                <a16:creationId xmlns:a16="http://schemas.microsoft.com/office/drawing/2014/main" id="{F691114B-8AA2-4BD5-1ACF-236411B30513}"/>
              </a:ext>
            </a:extLst>
          </p:cNvPr>
          <p:cNvSpPr txBox="1">
            <a:spLocks/>
          </p:cNvSpPr>
          <p:nvPr/>
        </p:nvSpPr>
        <p:spPr>
          <a:xfrm>
            <a:off x="6518546" y="1373666"/>
            <a:ext cx="2130680" cy="8024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400"/>
              <a:buFont typeface="Figtree"/>
              <a:buNone/>
              <a:defRPr sz="1200" b="0" i="0" u="none" strike="noStrike" cap="none">
                <a:solidFill>
                  <a:schemeClr val="dk1"/>
                </a:solidFill>
                <a:latin typeface="Figtree"/>
                <a:ea typeface="Figtree"/>
                <a:cs typeface="Figtree"/>
                <a:sym typeface="Figtree"/>
              </a:defRPr>
            </a:lvl1pPr>
            <a:lvl2pPr marL="914400" marR="0" lvl="1"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2pPr>
            <a:lvl3pPr marL="1371600" marR="0" lvl="2"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3pPr>
            <a:lvl4pPr marL="1828800" marR="0" lvl="3"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4pPr>
            <a:lvl5pPr marL="2286000" marR="0" lvl="4"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5pPr>
            <a:lvl6pPr marL="2743200" marR="0" lvl="5"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6pPr>
            <a:lvl7pPr marL="3200400" marR="0" lvl="6"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7pPr>
            <a:lvl8pPr marL="3657600" marR="0" lvl="7"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8pPr>
            <a:lvl9pPr marL="4114800" marR="0" lvl="8"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9pPr>
          </a:lstStyle>
          <a:p>
            <a:pPr marL="0" indent="0" algn="l"/>
            <a:r>
              <a:rPr lang="en-CA" sz="1100" b="1" dirty="0"/>
              <a:t>IQTREE-2</a:t>
            </a:r>
          </a:p>
          <a:p>
            <a:pPr marL="171450" indent="-171450" algn="l">
              <a:buFont typeface="Arial" panose="020B0604020202020204" pitchFamily="34" charset="0"/>
              <a:buChar char="•"/>
            </a:pPr>
            <a:r>
              <a:rPr lang="en-CA" sz="1100" dirty="0"/>
              <a:t>Maximum Likelihood</a:t>
            </a:r>
          </a:p>
          <a:p>
            <a:pPr marL="171450" indent="-171450" algn="l">
              <a:buFont typeface="Arial" panose="020B0604020202020204" pitchFamily="34" charset="0"/>
              <a:buChar char="•"/>
            </a:pPr>
            <a:r>
              <a:rPr lang="en-CA" sz="1100" dirty="0"/>
              <a:t>1000 bootstrap replicates</a:t>
            </a:r>
          </a:p>
          <a:p>
            <a:pPr marL="171450" indent="-171450" algn="l">
              <a:buFont typeface="Arial" panose="020B0604020202020204" pitchFamily="34" charset="0"/>
              <a:buChar char="•"/>
            </a:pPr>
            <a:r>
              <a:rPr lang="en-CA" sz="1100" dirty="0"/>
              <a:t>Consensus tree (.</a:t>
            </a:r>
            <a:r>
              <a:rPr lang="en-CA" sz="1100" dirty="0" err="1"/>
              <a:t>contree</a:t>
            </a:r>
            <a:r>
              <a:rPr lang="en-CA" sz="1100" dirty="0"/>
              <a:t>)</a:t>
            </a:r>
          </a:p>
          <a:p>
            <a:pPr marL="171450" indent="-171450" algn="l">
              <a:buFont typeface="Arial" panose="020B0604020202020204" pitchFamily="34" charset="0"/>
              <a:buChar char="•"/>
            </a:pPr>
            <a:endParaRPr lang="en-CA" sz="1100" dirty="0"/>
          </a:p>
        </p:txBody>
      </p:sp>
      <p:cxnSp>
        <p:nvCxnSpPr>
          <p:cNvPr id="31" name="Straight Arrow Connector 30">
            <a:extLst>
              <a:ext uri="{FF2B5EF4-FFF2-40B4-BE49-F238E27FC236}">
                <a16:creationId xmlns:a16="http://schemas.microsoft.com/office/drawing/2014/main" id="{95837100-A3F4-A141-E196-314497A13E72}"/>
              </a:ext>
            </a:extLst>
          </p:cNvPr>
          <p:cNvCxnSpPr>
            <a:cxnSpLocks/>
            <a:stCxn id="23" idx="3"/>
            <a:endCxn id="26" idx="1"/>
          </p:cNvCxnSpPr>
          <p:nvPr/>
        </p:nvCxnSpPr>
        <p:spPr>
          <a:xfrm flipV="1">
            <a:off x="2775297" y="1579270"/>
            <a:ext cx="391642" cy="1"/>
          </a:xfrm>
          <a:prstGeom prst="straightConnector1">
            <a:avLst/>
          </a:prstGeom>
          <a:ln w="28575">
            <a:solidFill>
              <a:schemeClr val="tx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DA0C282-F45C-C3E2-646C-ED1126C2ADA8}"/>
              </a:ext>
            </a:extLst>
          </p:cNvPr>
          <p:cNvCxnSpPr>
            <a:cxnSpLocks/>
            <a:stCxn id="26" idx="3"/>
            <a:endCxn id="29" idx="1"/>
          </p:cNvCxnSpPr>
          <p:nvPr/>
        </p:nvCxnSpPr>
        <p:spPr>
          <a:xfrm>
            <a:off x="5779205" y="1579270"/>
            <a:ext cx="49819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ounded Rectangle 50">
            <a:extLst>
              <a:ext uri="{FF2B5EF4-FFF2-40B4-BE49-F238E27FC236}">
                <a16:creationId xmlns:a16="http://schemas.microsoft.com/office/drawing/2014/main" id="{434367CA-F136-F6C2-954E-F476B1115217}"/>
              </a:ext>
            </a:extLst>
          </p:cNvPr>
          <p:cNvSpPr/>
          <p:nvPr/>
        </p:nvSpPr>
        <p:spPr>
          <a:xfrm>
            <a:off x="204536" y="2904726"/>
            <a:ext cx="2612266" cy="1958552"/>
          </a:xfrm>
          <a:prstGeom prst="roundRect">
            <a:avLst/>
          </a:prstGeom>
          <a:solidFill>
            <a:srgbClr val="7BCCC5">
              <a:alpha val="65490"/>
            </a:srgbClr>
          </a:solidFill>
          <a:ln>
            <a:solidFill>
              <a:srgbClr val="4545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Google Shape;464;p42">
            <a:extLst>
              <a:ext uri="{FF2B5EF4-FFF2-40B4-BE49-F238E27FC236}">
                <a16:creationId xmlns:a16="http://schemas.microsoft.com/office/drawing/2014/main" id="{E452E1F1-DE1B-07CB-D965-1FD5FF24D1B3}"/>
              </a:ext>
            </a:extLst>
          </p:cNvPr>
          <p:cNvSpPr txBox="1">
            <a:spLocks/>
          </p:cNvSpPr>
          <p:nvPr/>
        </p:nvSpPr>
        <p:spPr>
          <a:xfrm>
            <a:off x="628820" y="2969832"/>
            <a:ext cx="1883604" cy="353108"/>
          </a:xfrm>
          <a:prstGeom prst="round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Domine"/>
                <a:ea typeface="Domine"/>
                <a:cs typeface="Domine"/>
                <a:sym typeface="Domine"/>
              </a:defRPr>
            </a:lvl1pPr>
            <a:lvl2pPr marL="914400" marR="0" lvl="1"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9pPr>
          </a:lstStyle>
          <a:p>
            <a:pPr marL="0" lvl="0" indent="0" algn="l"/>
            <a:r>
              <a:rPr lang="en-CA" sz="1400" dirty="0"/>
              <a:t>Alpha (</a:t>
            </a:r>
            <a:r>
              <a:rPr lang="el-GR" sz="1400" dirty="0"/>
              <a:t>α</a:t>
            </a:r>
            <a:r>
              <a:rPr lang="en-CA" sz="1400" dirty="0"/>
              <a:t>) Diversity</a:t>
            </a:r>
          </a:p>
        </p:txBody>
      </p:sp>
      <p:sp>
        <p:nvSpPr>
          <p:cNvPr id="53" name="Google Shape;470;p42">
            <a:extLst>
              <a:ext uri="{FF2B5EF4-FFF2-40B4-BE49-F238E27FC236}">
                <a16:creationId xmlns:a16="http://schemas.microsoft.com/office/drawing/2014/main" id="{1A3A689C-0D77-E1C7-D5FB-2539BE518A29}"/>
              </a:ext>
            </a:extLst>
          </p:cNvPr>
          <p:cNvSpPr txBox="1">
            <a:spLocks/>
          </p:cNvSpPr>
          <p:nvPr/>
        </p:nvSpPr>
        <p:spPr>
          <a:xfrm>
            <a:off x="359356" y="3236021"/>
            <a:ext cx="2336729" cy="15376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400"/>
              <a:buFont typeface="Figtree"/>
              <a:buNone/>
              <a:defRPr sz="1200" b="0" i="0" u="none" strike="noStrike" cap="none">
                <a:solidFill>
                  <a:schemeClr val="dk1"/>
                </a:solidFill>
                <a:latin typeface="Figtree"/>
                <a:ea typeface="Figtree"/>
                <a:cs typeface="Figtree"/>
                <a:sym typeface="Figtree"/>
              </a:defRPr>
            </a:lvl1pPr>
            <a:lvl2pPr marL="914400" marR="0" lvl="1"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2pPr>
            <a:lvl3pPr marL="1371600" marR="0" lvl="2"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3pPr>
            <a:lvl4pPr marL="1828800" marR="0" lvl="3"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4pPr>
            <a:lvl5pPr marL="2286000" marR="0" lvl="4"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5pPr>
            <a:lvl6pPr marL="2743200" marR="0" lvl="5"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6pPr>
            <a:lvl7pPr marL="3200400" marR="0" lvl="6"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7pPr>
            <a:lvl8pPr marL="3657600" marR="0" lvl="7"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8pPr>
            <a:lvl9pPr marL="4114800" marR="0" lvl="8"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9pPr>
          </a:lstStyle>
          <a:p>
            <a:pPr marL="0" lvl="0" indent="0" algn="l"/>
            <a:r>
              <a:rPr lang="en-CA" sz="1100" dirty="0"/>
              <a:t>Faith’s phylogenetic diversity (</a:t>
            </a:r>
            <a:r>
              <a:rPr lang="en-CA" sz="1100" b="1" dirty="0"/>
              <a:t>PD</a:t>
            </a:r>
            <a:r>
              <a:rPr lang="en-CA" sz="1100" dirty="0"/>
              <a:t>)</a:t>
            </a:r>
          </a:p>
          <a:p>
            <a:pPr marL="171450" lvl="0" indent="-171450" algn="l">
              <a:buFont typeface="Arial" panose="020B0604020202020204" pitchFamily="34" charset="0"/>
              <a:buChar char="•"/>
            </a:pPr>
            <a:r>
              <a:rPr lang="en-CA" sz="1100" dirty="0"/>
              <a:t>Sum of branch lengths connecting taxa to root</a:t>
            </a:r>
          </a:p>
          <a:p>
            <a:pPr marL="171450" lvl="0" indent="-171450" algn="l">
              <a:buFont typeface="Arial" panose="020B0604020202020204" pitchFamily="34" charset="0"/>
              <a:buChar char="•"/>
            </a:pPr>
            <a:r>
              <a:rPr lang="en-CA" sz="1100" dirty="0"/>
              <a:t>Linear models:</a:t>
            </a:r>
          </a:p>
          <a:p>
            <a:pPr marL="628650" lvl="1" indent="-171450" algn="l">
              <a:buFont typeface="Arial" panose="020B0604020202020204" pitchFamily="34" charset="0"/>
              <a:buChar char="•"/>
            </a:pPr>
            <a:r>
              <a:rPr lang="en-CA" sz="1100" dirty="0"/>
              <a:t>PD ~ elevation</a:t>
            </a:r>
          </a:p>
          <a:p>
            <a:pPr marL="628650" lvl="1" indent="-171450" algn="l">
              <a:buFont typeface="Arial" panose="020B0604020202020204" pitchFamily="34" charset="0"/>
              <a:buChar char="•"/>
            </a:pPr>
            <a:r>
              <a:rPr lang="en-CA" sz="1100" dirty="0"/>
              <a:t>SR ~ elevation</a:t>
            </a:r>
          </a:p>
          <a:p>
            <a:pPr marL="628650" lvl="1" indent="-171450" algn="l">
              <a:buFont typeface="Arial" panose="020B0604020202020204" pitchFamily="34" charset="0"/>
              <a:buChar char="•"/>
            </a:pPr>
            <a:r>
              <a:rPr lang="en-CA" sz="1100" dirty="0"/>
              <a:t>PD ~ SR</a:t>
            </a:r>
          </a:p>
          <a:p>
            <a:pPr marL="171450" indent="-171450" algn="l">
              <a:buFont typeface="Arial" panose="020B0604020202020204" pitchFamily="34" charset="0"/>
              <a:buChar char="•"/>
            </a:pPr>
            <a:r>
              <a:rPr lang="en-CA" sz="1100" dirty="0"/>
              <a:t>Correlation test (PD &amp; SR)</a:t>
            </a:r>
          </a:p>
          <a:p>
            <a:pPr marL="628650" lvl="1" indent="-171450" algn="l">
              <a:buFont typeface="Arial" panose="020B0604020202020204" pitchFamily="34" charset="0"/>
              <a:buChar char="•"/>
            </a:pPr>
            <a:endParaRPr lang="en-CA" sz="1100" dirty="0"/>
          </a:p>
          <a:p>
            <a:pPr marL="0" lvl="0" indent="0" algn="l"/>
            <a:endParaRPr lang="en-CA" sz="1100" dirty="0"/>
          </a:p>
          <a:p>
            <a:pPr marL="0" indent="0" algn="l"/>
            <a:endParaRPr lang="en-CA" sz="1100" dirty="0"/>
          </a:p>
          <a:p>
            <a:pPr marL="0" indent="0" algn="l"/>
            <a:endParaRPr lang="en-CA" sz="1100" dirty="0"/>
          </a:p>
        </p:txBody>
      </p:sp>
      <p:sp>
        <p:nvSpPr>
          <p:cNvPr id="60" name="Rounded Rectangle 59">
            <a:extLst>
              <a:ext uri="{FF2B5EF4-FFF2-40B4-BE49-F238E27FC236}">
                <a16:creationId xmlns:a16="http://schemas.microsoft.com/office/drawing/2014/main" id="{5307214E-413E-BD61-CFD3-D5008CA7277E}"/>
              </a:ext>
            </a:extLst>
          </p:cNvPr>
          <p:cNvSpPr/>
          <p:nvPr/>
        </p:nvSpPr>
        <p:spPr>
          <a:xfrm>
            <a:off x="3186383" y="2904726"/>
            <a:ext cx="2612266" cy="1958552"/>
          </a:xfrm>
          <a:prstGeom prst="roundRect">
            <a:avLst/>
          </a:prstGeom>
          <a:solidFill>
            <a:srgbClr val="44A2CA">
              <a:alpha val="64706"/>
            </a:srgbClr>
          </a:solidFill>
          <a:ln>
            <a:solidFill>
              <a:srgbClr val="4545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Google Shape;464;p42">
            <a:extLst>
              <a:ext uri="{FF2B5EF4-FFF2-40B4-BE49-F238E27FC236}">
                <a16:creationId xmlns:a16="http://schemas.microsoft.com/office/drawing/2014/main" id="{8434B315-57B0-6456-5CD0-931FA3A22DD7}"/>
              </a:ext>
            </a:extLst>
          </p:cNvPr>
          <p:cNvSpPr txBox="1">
            <a:spLocks/>
          </p:cNvSpPr>
          <p:nvPr/>
        </p:nvSpPr>
        <p:spPr>
          <a:xfrm>
            <a:off x="6379091" y="2981864"/>
            <a:ext cx="2405553" cy="549082"/>
          </a:xfrm>
          <a:prstGeom prst="round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Domine"/>
                <a:ea typeface="Domine"/>
                <a:cs typeface="Domine"/>
                <a:sym typeface="Domine"/>
              </a:defRPr>
            </a:lvl1pPr>
            <a:lvl2pPr marL="914400" marR="0" lvl="1"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9pPr>
          </a:lstStyle>
          <a:p>
            <a:pPr marL="0" lvl="0" indent="0"/>
            <a:r>
              <a:rPr lang="en-CA" sz="1400" dirty="0"/>
              <a:t>Phylogenetic Community Structure</a:t>
            </a:r>
          </a:p>
        </p:txBody>
      </p:sp>
      <p:sp>
        <p:nvSpPr>
          <p:cNvPr id="62" name="Google Shape;470;p42">
            <a:extLst>
              <a:ext uri="{FF2B5EF4-FFF2-40B4-BE49-F238E27FC236}">
                <a16:creationId xmlns:a16="http://schemas.microsoft.com/office/drawing/2014/main" id="{FD545E0C-D109-D0BD-AACB-25A7FBC83A88}"/>
              </a:ext>
            </a:extLst>
          </p:cNvPr>
          <p:cNvSpPr txBox="1">
            <a:spLocks/>
          </p:cNvSpPr>
          <p:nvPr/>
        </p:nvSpPr>
        <p:spPr>
          <a:xfrm>
            <a:off x="6383915" y="3456463"/>
            <a:ext cx="2242695" cy="120675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400"/>
              <a:buFont typeface="Figtree"/>
              <a:buNone/>
              <a:defRPr sz="1200" b="0" i="0" u="none" strike="noStrike" cap="none">
                <a:solidFill>
                  <a:schemeClr val="dk1"/>
                </a:solidFill>
                <a:latin typeface="Figtree"/>
                <a:ea typeface="Figtree"/>
                <a:cs typeface="Figtree"/>
                <a:sym typeface="Figtree"/>
              </a:defRPr>
            </a:lvl1pPr>
            <a:lvl2pPr marL="914400" marR="0" lvl="1"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2pPr>
            <a:lvl3pPr marL="1371600" marR="0" lvl="2"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3pPr>
            <a:lvl4pPr marL="1828800" marR="0" lvl="3"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4pPr>
            <a:lvl5pPr marL="2286000" marR="0" lvl="4"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5pPr>
            <a:lvl6pPr marL="2743200" marR="0" lvl="5"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6pPr>
            <a:lvl7pPr marL="3200400" marR="0" lvl="6"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7pPr>
            <a:lvl8pPr marL="3657600" marR="0" lvl="7"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8pPr>
            <a:lvl9pPr marL="4114800" marR="0" lvl="8"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9pPr>
          </a:lstStyle>
          <a:p>
            <a:pPr marL="0" lvl="0" indent="0" algn="l"/>
            <a:r>
              <a:rPr lang="en-CA" sz="1100" dirty="0"/>
              <a:t>Nearest Taxon Index (</a:t>
            </a:r>
            <a:r>
              <a:rPr lang="en-CA" sz="1100" b="1" dirty="0"/>
              <a:t>NTI</a:t>
            </a:r>
            <a:r>
              <a:rPr lang="en-CA" sz="1100" dirty="0"/>
              <a:t>)</a:t>
            </a:r>
          </a:p>
          <a:p>
            <a:pPr marL="171450" lvl="0" indent="-171450" algn="l">
              <a:buFont typeface="Arial" panose="020B0604020202020204" pitchFamily="34" charset="0"/>
              <a:buChar char="•"/>
            </a:pPr>
            <a:r>
              <a:rPr lang="en-CA" sz="1100" dirty="0"/>
              <a:t>Measure of phylogenetic clustering or dispersion</a:t>
            </a:r>
          </a:p>
          <a:p>
            <a:pPr marL="171450" lvl="0" indent="-171450" algn="l">
              <a:buFont typeface="Arial" panose="020B0604020202020204" pitchFamily="34" charset="0"/>
              <a:buChar char="•"/>
            </a:pPr>
            <a:r>
              <a:rPr lang="en-CA" sz="1100" dirty="0"/>
              <a:t>Standardized effect size (SES) of mean nearest taxon distance (MNTD)</a:t>
            </a:r>
          </a:p>
          <a:p>
            <a:pPr marL="0" lvl="0" indent="0" algn="l"/>
            <a:endParaRPr lang="en-CA" sz="1100" dirty="0"/>
          </a:p>
          <a:p>
            <a:pPr marL="0" indent="0" algn="l"/>
            <a:endParaRPr lang="en-CA" sz="1100" dirty="0"/>
          </a:p>
          <a:p>
            <a:pPr marL="0" indent="0" algn="l"/>
            <a:endParaRPr lang="en-CA" sz="1100" dirty="0"/>
          </a:p>
        </p:txBody>
      </p:sp>
      <p:sp>
        <p:nvSpPr>
          <p:cNvPr id="455" name="Google Shape;464;p42">
            <a:extLst>
              <a:ext uri="{FF2B5EF4-FFF2-40B4-BE49-F238E27FC236}">
                <a16:creationId xmlns:a16="http://schemas.microsoft.com/office/drawing/2014/main" id="{BCA7DAE1-7B89-1913-37CE-77737A8FDD16}"/>
              </a:ext>
            </a:extLst>
          </p:cNvPr>
          <p:cNvSpPr txBox="1">
            <a:spLocks/>
          </p:cNvSpPr>
          <p:nvPr/>
        </p:nvSpPr>
        <p:spPr>
          <a:xfrm>
            <a:off x="3658695" y="2969127"/>
            <a:ext cx="1771956" cy="353108"/>
          </a:xfrm>
          <a:prstGeom prst="round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Domine"/>
                <a:ea typeface="Domine"/>
                <a:cs typeface="Domine"/>
                <a:sym typeface="Domine"/>
              </a:defRPr>
            </a:lvl1pPr>
            <a:lvl2pPr marL="914400" marR="0" lvl="1"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9pPr>
          </a:lstStyle>
          <a:p>
            <a:pPr marL="0" lvl="0" indent="0" algn="l"/>
            <a:r>
              <a:rPr lang="en-CA" sz="1400" dirty="0"/>
              <a:t>Beta (</a:t>
            </a:r>
            <a:r>
              <a:rPr lang="el-GR" sz="1400" dirty="0"/>
              <a:t>β</a:t>
            </a:r>
            <a:r>
              <a:rPr lang="en-CA" sz="1400" dirty="0"/>
              <a:t>) Diversity</a:t>
            </a:r>
          </a:p>
        </p:txBody>
      </p:sp>
      <p:cxnSp>
        <p:nvCxnSpPr>
          <p:cNvPr id="457" name="Elbow Connector 456">
            <a:extLst>
              <a:ext uri="{FF2B5EF4-FFF2-40B4-BE49-F238E27FC236}">
                <a16:creationId xmlns:a16="http://schemas.microsoft.com/office/drawing/2014/main" id="{5D8E4C1A-5639-A592-2DE8-4EBD3D708EA6}"/>
              </a:ext>
            </a:extLst>
          </p:cNvPr>
          <p:cNvCxnSpPr>
            <a:cxnSpLocks/>
            <a:stCxn id="29" idx="2"/>
            <a:endCxn id="51" idx="0"/>
          </p:cNvCxnSpPr>
          <p:nvPr/>
        </p:nvCxnSpPr>
        <p:spPr>
          <a:xfrm rot="5400000">
            <a:off x="4261082" y="-365215"/>
            <a:ext cx="519529" cy="6020353"/>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2" name="Straight Arrow Connector 481">
            <a:extLst>
              <a:ext uri="{FF2B5EF4-FFF2-40B4-BE49-F238E27FC236}">
                <a16:creationId xmlns:a16="http://schemas.microsoft.com/office/drawing/2014/main" id="{51E85908-C123-38C7-8275-7A37F4AAC924}"/>
              </a:ext>
            </a:extLst>
          </p:cNvPr>
          <p:cNvCxnSpPr>
            <a:cxnSpLocks/>
            <a:stCxn id="51" idx="3"/>
            <a:endCxn id="60" idx="1"/>
          </p:cNvCxnSpPr>
          <p:nvPr/>
        </p:nvCxnSpPr>
        <p:spPr>
          <a:xfrm>
            <a:off x="2816802" y="3884002"/>
            <a:ext cx="36958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Google Shape;470;p42">
            <a:extLst>
              <a:ext uri="{FF2B5EF4-FFF2-40B4-BE49-F238E27FC236}">
                <a16:creationId xmlns:a16="http://schemas.microsoft.com/office/drawing/2014/main" id="{E303BC23-6D27-42A4-D96A-F328801835DA}"/>
              </a:ext>
            </a:extLst>
          </p:cNvPr>
          <p:cNvSpPr txBox="1">
            <a:spLocks/>
          </p:cNvSpPr>
          <p:nvPr/>
        </p:nvSpPr>
        <p:spPr>
          <a:xfrm>
            <a:off x="3456151" y="3236021"/>
            <a:ext cx="2177044" cy="15376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400"/>
              <a:buFont typeface="Figtree"/>
              <a:buNone/>
              <a:defRPr sz="1200" b="0" i="0" u="none" strike="noStrike" cap="none">
                <a:solidFill>
                  <a:schemeClr val="dk1"/>
                </a:solidFill>
                <a:latin typeface="Figtree"/>
                <a:ea typeface="Figtree"/>
                <a:cs typeface="Figtree"/>
                <a:sym typeface="Figtree"/>
              </a:defRPr>
            </a:lvl1pPr>
            <a:lvl2pPr marL="914400" marR="0" lvl="1"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2pPr>
            <a:lvl3pPr marL="1371600" marR="0" lvl="2"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3pPr>
            <a:lvl4pPr marL="1828800" marR="0" lvl="3"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4pPr>
            <a:lvl5pPr marL="2286000" marR="0" lvl="4"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5pPr>
            <a:lvl6pPr marL="2743200" marR="0" lvl="5"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6pPr>
            <a:lvl7pPr marL="3200400" marR="0" lvl="6"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7pPr>
            <a:lvl8pPr marL="3657600" marR="0" lvl="7"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8pPr>
            <a:lvl9pPr marL="4114800" marR="0" lvl="8" indent="-304800" algn="ctr" rtl="0">
              <a:lnSpc>
                <a:spcPct val="100000"/>
              </a:lnSpc>
              <a:spcBef>
                <a:spcPts val="0"/>
              </a:spcBef>
              <a:spcAft>
                <a:spcPts val="0"/>
              </a:spcAft>
              <a:buClr>
                <a:schemeClr val="dk1"/>
              </a:buClr>
              <a:buSzPts val="1200"/>
              <a:buFont typeface="Figtree"/>
              <a:buNone/>
              <a:defRPr sz="1200" b="0" i="0" u="none" strike="noStrike" cap="none">
                <a:solidFill>
                  <a:schemeClr val="dk1"/>
                </a:solidFill>
                <a:latin typeface="Figtree"/>
                <a:ea typeface="Figtree"/>
                <a:cs typeface="Figtree"/>
                <a:sym typeface="Figtree"/>
              </a:defRPr>
            </a:lvl9pPr>
          </a:lstStyle>
          <a:p>
            <a:pPr marL="0" indent="0" algn="l"/>
            <a:r>
              <a:rPr lang="en-CA" sz="1100" b="1" dirty="0"/>
              <a:t>Phylosor </a:t>
            </a:r>
            <a:r>
              <a:rPr lang="en-CA" sz="1100" b="1" dirty="0" err="1"/>
              <a:t>PCoA</a:t>
            </a:r>
            <a:endParaRPr lang="en-CA" sz="1100" b="1" dirty="0"/>
          </a:p>
          <a:p>
            <a:pPr marL="171450" indent="-171450" algn="l">
              <a:buFont typeface="Arial" panose="020B0604020202020204" pitchFamily="34" charset="0"/>
              <a:buChar char="•"/>
            </a:pPr>
            <a:r>
              <a:rPr lang="en-CA" sz="1100" dirty="0"/>
              <a:t>Fraction of branch-length shared between two communities</a:t>
            </a:r>
          </a:p>
          <a:p>
            <a:pPr marL="0" indent="0" algn="l"/>
            <a:r>
              <a:rPr lang="en-CA" sz="1100" b="1" dirty="0"/>
              <a:t>Unifrac </a:t>
            </a:r>
            <a:r>
              <a:rPr lang="en-CA" sz="1100" b="1" dirty="0" err="1"/>
              <a:t>PCoA</a:t>
            </a:r>
            <a:endParaRPr lang="en-CA" sz="1100" b="1" dirty="0"/>
          </a:p>
          <a:p>
            <a:pPr marL="171450" indent="-171450" algn="l">
              <a:buFont typeface="Arial" panose="020B0604020202020204" pitchFamily="34" charset="0"/>
              <a:buChar char="•"/>
            </a:pPr>
            <a:r>
              <a:rPr lang="en-CA" sz="1100" dirty="0"/>
              <a:t>Unique fraction distance of all sample-pairs</a:t>
            </a:r>
          </a:p>
          <a:p>
            <a:pPr marL="171450" indent="-171450" algn="l">
              <a:buFont typeface="Arial" panose="020B0604020202020204" pitchFamily="34" charset="0"/>
              <a:buChar char="•"/>
            </a:pPr>
            <a:r>
              <a:rPr lang="en-CA" sz="1100" dirty="0"/>
              <a:t>PERMANOVA</a:t>
            </a:r>
          </a:p>
          <a:p>
            <a:pPr marL="0" indent="0" algn="l"/>
            <a:endParaRPr lang="en-CA" sz="1100" dirty="0"/>
          </a:p>
          <a:p>
            <a:pPr marL="0" indent="0" algn="l"/>
            <a:endParaRPr lang="en-CA" sz="1100" dirty="0"/>
          </a:p>
        </p:txBody>
      </p:sp>
      <p:cxnSp>
        <p:nvCxnSpPr>
          <p:cNvPr id="22" name="Straight Arrow Connector 21">
            <a:extLst>
              <a:ext uri="{FF2B5EF4-FFF2-40B4-BE49-F238E27FC236}">
                <a16:creationId xmlns:a16="http://schemas.microsoft.com/office/drawing/2014/main" id="{7DFAA1C2-CD63-4AC5-E56D-D84A9D9AE22A}"/>
              </a:ext>
            </a:extLst>
          </p:cNvPr>
          <p:cNvCxnSpPr>
            <a:cxnSpLocks/>
            <a:stCxn id="60" idx="3"/>
            <a:endCxn id="449" idx="1"/>
          </p:cNvCxnSpPr>
          <p:nvPr/>
        </p:nvCxnSpPr>
        <p:spPr>
          <a:xfrm>
            <a:off x="5798649" y="3884002"/>
            <a:ext cx="36958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9" name="Google Shape;479;p43"/>
          <p:cNvSpPr/>
          <p:nvPr/>
        </p:nvSpPr>
        <p:spPr>
          <a:xfrm>
            <a:off x="2293930" y="4330129"/>
            <a:ext cx="480702" cy="245707"/>
          </a:xfrm>
          <a:custGeom>
            <a:avLst/>
            <a:gdLst/>
            <a:ahLst/>
            <a:cxnLst/>
            <a:rect l="l" t="t" r="r" b="b"/>
            <a:pathLst>
              <a:path w="13237" h="6766" extrusionOk="0">
                <a:moveTo>
                  <a:pt x="6468" y="1"/>
                </a:moveTo>
                <a:cubicBezTo>
                  <a:pt x="5685" y="1"/>
                  <a:pt x="4865" y="137"/>
                  <a:pt x="4283" y="248"/>
                </a:cubicBezTo>
                <a:cubicBezTo>
                  <a:pt x="2285" y="633"/>
                  <a:pt x="1" y="1054"/>
                  <a:pt x="353" y="3540"/>
                </a:cubicBezTo>
                <a:cubicBezTo>
                  <a:pt x="554" y="5085"/>
                  <a:pt x="2084" y="5623"/>
                  <a:pt x="3376" y="6042"/>
                </a:cubicBezTo>
                <a:cubicBezTo>
                  <a:pt x="4686" y="6467"/>
                  <a:pt x="5867" y="6765"/>
                  <a:pt x="7233" y="6765"/>
                </a:cubicBezTo>
                <a:cubicBezTo>
                  <a:pt x="7268" y="6765"/>
                  <a:pt x="7304" y="6765"/>
                  <a:pt x="7340" y="6765"/>
                </a:cubicBezTo>
                <a:cubicBezTo>
                  <a:pt x="9306" y="6747"/>
                  <a:pt x="11355" y="6277"/>
                  <a:pt x="12648" y="4631"/>
                </a:cubicBezTo>
                <a:cubicBezTo>
                  <a:pt x="13236" y="3876"/>
                  <a:pt x="12547" y="3372"/>
                  <a:pt x="11825" y="3137"/>
                </a:cubicBezTo>
                <a:cubicBezTo>
                  <a:pt x="10818" y="2801"/>
                  <a:pt x="10397" y="2633"/>
                  <a:pt x="9624" y="1843"/>
                </a:cubicBezTo>
                <a:cubicBezTo>
                  <a:pt x="9188" y="1390"/>
                  <a:pt x="8701" y="701"/>
                  <a:pt x="8164" y="365"/>
                </a:cubicBezTo>
                <a:cubicBezTo>
                  <a:pt x="7725" y="92"/>
                  <a:pt x="7109" y="1"/>
                  <a:pt x="64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65;p42">
            <a:extLst>
              <a:ext uri="{FF2B5EF4-FFF2-40B4-BE49-F238E27FC236}">
                <a16:creationId xmlns:a16="http://schemas.microsoft.com/office/drawing/2014/main" id="{F5050195-7DB0-33CB-65FC-77F71F9DEDDF}"/>
              </a:ext>
            </a:extLst>
          </p:cNvPr>
          <p:cNvSpPr txBox="1">
            <a:spLocks noGrp="1"/>
          </p:cNvSpPr>
          <p:nvPr>
            <p:ph type="title"/>
          </p:nvPr>
        </p:nvSpPr>
        <p:spPr>
          <a:xfrm>
            <a:off x="894521" y="268713"/>
            <a:ext cx="7354957" cy="1067106"/>
          </a:xfrm>
          <a:prstGeom prst="rect">
            <a:avLst/>
          </a:prstGeom>
        </p:spPr>
        <p:txBody>
          <a:bodyPr spcFirstLastPara="1" wrap="square" lIns="91425" tIns="91425" rIns="91425" bIns="91425" anchor="t" anchorCtr="0">
            <a:noAutofit/>
          </a:bodyPr>
          <a:lstStyle/>
          <a:p>
            <a:pPr lvl="0" algn="ctr"/>
            <a:r>
              <a:rPr lang="en-US" sz="2400" dirty="0"/>
              <a:t>Maximum Likelihood COI-5P Phylogeny of Tropical Carabidae (397 BINs) </a:t>
            </a:r>
            <a:endParaRPr sz="2400" dirty="0"/>
          </a:p>
        </p:txBody>
      </p:sp>
      <p:pic>
        <p:nvPicPr>
          <p:cNvPr id="3" name="Picture 2" descr="A black and white image of a tree&#10;&#10;AI-generated content may be incorrect.">
            <a:extLst>
              <a:ext uri="{FF2B5EF4-FFF2-40B4-BE49-F238E27FC236}">
                <a16:creationId xmlns:a16="http://schemas.microsoft.com/office/drawing/2014/main" id="{A8643937-4745-F795-022B-AD1F25DC26F2}"/>
              </a:ext>
            </a:extLst>
          </p:cNvPr>
          <p:cNvPicPr>
            <a:picLocks noChangeAspect="1"/>
          </p:cNvPicPr>
          <p:nvPr/>
        </p:nvPicPr>
        <p:blipFill>
          <a:blip r:embed="rId3"/>
          <a:stretch>
            <a:fillRect/>
          </a:stretch>
        </p:blipFill>
        <p:spPr>
          <a:xfrm>
            <a:off x="2186608" y="1208598"/>
            <a:ext cx="5868063" cy="35208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pic>
        <p:nvPicPr>
          <p:cNvPr id="3" name="Picture 2" descr="A graph of a number of different elevation levels&#10;&#10;AI-generated content may be incorrect.">
            <a:extLst>
              <a:ext uri="{FF2B5EF4-FFF2-40B4-BE49-F238E27FC236}">
                <a16:creationId xmlns:a16="http://schemas.microsoft.com/office/drawing/2014/main" id="{ECB57042-DDD0-20EB-2489-2A342C020C17}"/>
              </a:ext>
            </a:extLst>
          </p:cNvPr>
          <p:cNvPicPr>
            <a:picLocks noChangeAspect="1"/>
          </p:cNvPicPr>
          <p:nvPr/>
        </p:nvPicPr>
        <p:blipFill>
          <a:blip r:embed="rId3"/>
          <a:stretch>
            <a:fillRect/>
          </a:stretch>
        </p:blipFill>
        <p:spPr>
          <a:xfrm>
            <a:off x="1517771" y="1025719"/>
            <a:ext cx="6231189" cy="3976289"/>
          </a:xfrm>
          <a:prstGeom prst="rect">
            <a:avLst/>
          </a:prstGeom>
        </p:spPr>
      </p:pic>
      <p:sp>
        <p:nvSpPr>
          <p:cNvPr id="4" name="Google Shape;465;p42">
            <a:extLst>
              <a:ext uri="{FF2B5EF4-FFF2-40B4-BE49-F238E27FC236}">
                <a16:creationId xmlns:a16="http://schemas.microsoft.com/office/drawing/2014/main" id="{6EA7FEA6-39B2-1A74-EC90-8FD163738688}"/>
              </a:ext>
            </a:extLst>
          </p:cNvPr>
          <p:cNvSpPr txBox="1">
            <a:spLocks/>
          </p:cNvSpPr>
          <p:nvPr/>
        </p:nvSpPr>
        <p:spPr>
          <a:xfrm>
            <a:off x="362695" y="364129"/>
            <a:ext cx="8677938" cy="10114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1pPr>
            <a:lvl2pPr marR="0" lvl="1"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2pPr>
            <a:lvl3pPr marR="0" lvl="2"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3pPr>
            <a:lvl4pPr marR="0" lvl="3"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4pPr>
            <a:lvl5pPr marR="0" lvl="4"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5pPr>
            <a:lvl6pPr marR="0" lvl="5"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6pPr>
            <a:lvl7pPr marR="0" lvl="6"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7pPr>
            <a:lvl8pPr marR="0" lvl="7"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8pPr>
            <a:lvl9pPr marR="0" lvl="8"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9pPr>
          </a:lstStyle>
          <a:p>
            <a:pPr algn="ctr"/>
            <a:r>
              <a:rPr lang="en-US" sz="2400" dirty="0"/>
              <a:t>Phylogenetic Diversity Decreases as Elevation Increases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5" name="Google Shape;325;p37"/>
          <p:cNvSpPr/>
          <p:nvPr/>
        </p:nvSpPr>
        <p:spPr>
          <a:xfrm>
            <a:off x="-135961" y="4135750"/>
            <a:ext cx="3339748" cy="638976"/>
          </a:xfrm>
          <a:custGeom>
            <a:avLst/>
            <a:gdLst/>
            <a:ahLst/>
            <a:cxnLst/>
            <a:rect l="l" t="t" r="r" b="b"/>
            <a:pathLst>
              <a:path w="117690" h="22517" extrusionOk="0">
                <a:moveTo>
                  <a:pt x="23276" y="0"/>
                </a:moveTo>
                <a:cubicBezTo>
                  <a:pt x="19799" y="0"/>
                  <a:pt x="16322" y="82"/>
                  <a:pt x="12848" y="258"/>
                </a:cubicBezTo>
                <a:cubicBezTo>
                  <a:pt x="12445" y="276"/>
                  <a:pt x="12445" y="880"/>
                  <a:pt x="12848" y="880"/>
                </a:cubicBezTo>
                <a:cubicBezTo>
                  <a:pt x="15515" y="832"/>
                  <a:pt x="18184" y="803"/>
                  <a:pt x="20853" y="803"/>
                </a:cubicBezTo>
                <a:cubicBezTo>
                  <a:pt x="25515" y="803"/>
                  <a:pt x="30178" y="891"/>
                  <a:pt x="34835" y="1116"/>
                </a:cubicBezTo>
                <a:cubicBezTo>
                  <a:pt x="36665" y="1199"/>
                  <a:pt x="38513" y="1317"/>
                  <a:pt x="40344" y="1452"/>
                </a:cubicBezTo>
                <a:cubicBezTo>
                  <a:pt x="41956" y="1552"/>
                  <a:pt x="43619" y="1703"/>
                  <a:pt x="45114" y="2375"/>
                </a:cubicBezTo>
                <a:cubicBezTo>
                  <a:pt x="46575" y="3013"/>
                  <a:pt x="47582" y="4256"/>
                  <a:pt x="48926" y="5079"/>
                </a:cubicBezTo>
                <a:cubicBezTo>
                  <a:pt x="50203" y="5886"/>
                  <a:pt x="51698" y="6238"/>
                  <a:pt x="53176" y="6490"/>
                </a:cubicBezTo>
                <a:cubicBezTo>
                  <a:pt x="60231" y="7666"/>
                  <a:pt x="67419" y="7581"/>
                  <a:pt x="74557" y="7599"/>
                </a:cubicBezTo>
                <a:cubicBezTo>
                  <a:pt x="78151" y="7599"/>
                  <a:pt x="81779" y="7599"/>
                  <a:pt x="85374" y="7868"/>
                </a:cubicBezTo>
                <a:cubicBezTo>
                  <a:pt x="86885" y="7985"/>
                  <a:pt x="88464" y="8204"/>
                  <a:pt x="89725" y="9111"/>
                </a:cubicBezTo>
                <a:cubicBezTo>
                  <a:pt x="90396" y="9597"/>
                  <a:pt x="90950" y="10219"/>
                  <a:pt x="91588" y="10739"/>
                </a:cubicBezTo>
                <a:cubicBezTo>
                  <a:pt x="92159" y="11209"/>
                  <a:pt x="92781" y="11563"/>
                  <a:pt x="93453" y="11832"/>
                </a:cubicBezTo>
                <a:cubicBezTo>
                  <a:pt x="95082" y="12486"/>
                  <a:pt x="96880" y="12604"/>
                  <a:pt x="98609" y="12755"/>
                </a:cubicBezTo>
                <a:cubicBezTo>
                  <a:pt x="100608" y="12923"/>
                  <a:pt x="102607" y="13108"/>
                  <a:pt x="104606" y="13276"/>
                </a:cubicBezTo>
                <a:cubicBezTo>
                  <a:pt x="108284" y="13594"/>
                  <a:pt x="111979" y="13914"/>
                  <a:pt x="115658" y="14233"/>
                </a:cubicBezTo>
                <a:cubicBezTo>
                  <a:pt x="113043" y="15692"/>
                  <a:pt x="110016" y="16023"/>
                  <a:pt x="107025" y="16023"/>
                </a:cubicBezTo>
                <a:cubicBezTo>
                  <a:pt x="106711" y="16023"/>
                  <a:pt x="106397" y="16019"/>
                  <a:pt x="106084" y="16013"/>
                </a:cubicBezTo>
                <a:cubicBezTo>
                  <a:pt x="103917" y="15976"/>
                  <a:pt x="101749" y="15842"/>
                  <a:pt x="99588" y="15842"/>
                </a:cubicBezTo>
                <a:cubicBezTo>
                  <a:pt x="97829" y="15842"/>
                  <a:pt x="96075" y="15931"/>
                  <a:pt x="94327" y="16232"/>
                </a:cubicBezTo>
                <a:cubicBezTo>
                  <a:pt x="90144" y="16954"/>
                  <a:pt x="86180" y="18533"/>
                  <a:pt x="82149" y="19759"/>
                </a:cubicBezTo>
                <a:cubicBezTo>
                  <a:pt x="80100" y="20380"/>
                  <a:pt x="78017" y="20918"/>
                  <a:pt x="75901" y="21186"/>
                </a:cubicBezTo>
                <a:cubicBezTo>
                  <a:pt x="74754" y="21327"/>
                  <a:pt x="73604" y="21382"/>
                  <a:pt x="72453" y="21382"/>
                </a:cubicBezTo>
                <a:cubicBezTo>
                  <a:pt x="71261" y="21382"/>
                  <a:pt x="70068" y="21323"/>
                  <a:pt x="68880" y="21237"/>
                </a:cubicBezTo>
                <a:cubicBezTo>
                  <a:pt x="64094" y="20868"/>
                  <a:pt x="59340" y="20481"/>
                  <a:pt x="54554" y="20380"/>
                </a:cubicBezTo>
                <a:cubicBezTo>
                  <a:pt x="53269" y="20353"/>
                  <a:pt x="51984" y="20340"/>
                  <a:pt x="50699" y="20340"/>
                </a:cubicBezTo>
                <a:cubicBezTo>
                  <a:pt x="47148" y="20340"/>
                  <a:pt x="43598" y="20444"/>
                  <a:pt x="40058" y="20666"/>
                </a:cubicBezTo>
                <a:cubicBezTo>
                  <a:pt x="37706" y="20817"/>
                  <a:pt x="35339" y="21137"/>
                  <a:pt x="32987" y="21220"/>
                </a:cubicBezTo>
                <a:cubicBezTo>
                  <a:pt x="32910" y="21223"/>
                  <a:pt x="32831" y="21224"/>
                  <a:pt x="32752" y="21224"/>
                </a:cubicBezTo>
                <a:cubicBezTo>
                  <a:pt x="31851" y="21224"/>
                  <a:pt x="30862" y="21030"/>
                  <a:pt x="30383" y="20196"/>
                </a:cubicBezTo>
                <a:cubicBezTo>
                  <a:pt x="29879" y="19305"/>
                  <a:pt x="30585" y="18617"/>
                  <a:pt x="31357" y="18297"/>
                </a:cubicBezTo>
                <a:cubicBezTo>
                  <a:pt x="32264" y="17928"/>
                  <a:pt x="33272" y="17811"/>
                  <a:pt x="34213" y="17659"/>
                </a:cubicBezTo>
                <a:cubicBezTo>
                  <a:pt x="35422" y="17441"/>
                  <a:pt x="36615" y="17256"/>
                  <a:pt x="37825" y="17106"/>
                </a:cubicBezTo>
                <a:cubicBezTo>
                  <a:pt x="40142" y="16803"/>
                  <a:pt x="42476" y="16584"/>
                  <a:pt x="44812" y="16416"/>
                </a:cubicBezTo>
                <a:cubicBezTo>
                  <a:pt x="54117" y="15744"/>
                  <a:pt x="63472" y="15879"/>
                  <a:pt x="72709" y="14501"/>
                </a:cubicBezTo>
                <a:cubicBezTo>
                  <a:pt x="73852" y="14333"/>
                  <a:pt x="74994" y="14132"/>
                  <a:pt x="76120" y="13914"/>
                </a:cubicBezTo>
                <a:cubicBezTo>
                  <a:pt x="76640" y="13813"/>
                  <a:pt x="76624" y="13142"/>
                  <a:pt x="76254" y="12889"/>
                </a:cubicBezTo>
                <a:cubicBezTo>
                  <a:pt x="72642" y="10403"/>
                  <a:pt x="67822" y="10656"/>
                  <a:pt x="63623" y="10521"/>
                </a:cubicBezTo>
                <a:cubicBezTo>
                  <a:pt x="58534" y="10370"/>
                  <a:pt x="53428" y="10286"/>
                  <a:pt x="48339" y="10253"/>
                </a:cubicBezTo>
                <a:cubicBezTo>
                  <a:pt x="47374" y="10248"/>
                  <a:pt x="46408" y="10245"/>
                  <a:pt x="45443" y="10245"/>
                </a:cubicBezTo>
                <a:cubicBezTo>
                  <a:pt x="36227" y="10245"/>
                  <a:pt x="26999" y="10465"/>
                  <a:pt x="17786" y="10891"/>
                </a:cubicBezTo>
                <a:cubicBezTo>
                  <a:pt x="12093" y="11142"/>
                  <a:pt x="6382" y="11496"/>
                  <a:pt x="688" y="11915"/>
                </a:cubicBezTo>
                <a:cubicBezTo>
                  <a:pt x="15" y="11965"/>
                  <a:pt x="0" y="13009"/>
                  <a:pt x="643" y="13009"/>
                </a:cubicBezTo>
                <a:cubicBezTo>
                  <a:pt x="657" y="13009"/>
                  <a:pt x="672" y="13008"/>
                  <a:pt x="688" y="13007"/>
                </a:cubicBezTo>
                <a:cubicBezTo>
                  <a:pt x="10732" y="12251"/>
                  <a:pt x="20793" y="11764"/>
                  <a:pt x="30871" y="11529"/>
                </a:cubicBezTo>
                <a:cubicBezTo>
                  <a:pt x="35629" y="11418"/>
                  <a:pt x="40387" y="11363"/>
                  <a:pt x="45146" y="11363"/>
                </a:cubicBezTo>
                <a:cubicBezTo>
                  <a:pt x="50415" y="11363"/>
                  <a:pt x="55684" y="11430"/>
                  <a:pt x="60952" y="11563"/>
                </a:cubicBezTo>
                <a:cubicBezTo>
                  <a:pt x="63606" y="11646"/>
                  <a:pt x="66293" y="11664"/>
                  <a:pt x="68931" y="11865"/>
                </a:cubicBezTo>
                <a:cubicBezTo>
                  <a:pt x="70795" y="12000"/>
                  <a:pt x="72676" y="12318"/>
                  <a:pt x="74355" y="13108"/>
                </a:cubicBezTo>
                <a:cubicBezTo>
                  <a:pt x="65185" y="14687"/>
                  <a:pt x="55864" y="14620"/>
                  <a:pt x="46592" y="15191"/>
                </a:cubicBezTo>
                <a:cubicBezTo>
                  <a:pt x="41805" y="15476"/>
                  <a:pt x="36985" y="15912"/>
                  <a:pt x="32282" y="16887"/>
                </a:cubicBezTo>
                <a:cubicBezTo>
                  <a:pt x="30737" y="17206"/>
                  <a:pt x="28755" y="18096"/>
                  <a:pt x="29140" y="20028"/>
                </a:cubicBezTo>
                <a:cubicBezTo>
                  <a:pt x="29500" y="21854"/>
                  <a:pt x="31350" y="22313"/>
                  <a:pt x="32992" y="22313"/>
                </a:cubicBezTo>
                <a:cubicBezTo>
                  <a:pt x="33267" y="22313"/>
                  <a:pt x="33537" y="22300"/>
                  <a:pt x="33794" y="22279"/>
                </a:cubicBezTo>
                <a:cubicBezTo>
                  <a:pt x="39589" y="21763"/>
                  <a:pt x="45390" y="21484"/>
                  <a:pt x="51193" y="21484"/>
                </a:cubicBezTo>
                <a:cubicBezTo>
                  <a:pt x="55414" y="21484"/>
                  <a:pt x="59636" y="21632"/>
                  <a:pt x="63859" y="21943"/>
                </a:cubicBezTo>
                <a:cubicBezTo>
                  <a:pt x="66327" y="22127"/>
                  <a:pt x="68797" y="22413"/>
                  <a:pt x="71265" y="22496"/>
                </a:cubicBezTo>
                <a:cubicBezTo>
                  <a:pt x="71630" y="22510"/>
                  <a:pt x="71995" y="22516"/>
                  <a:pt x="72358" y="22516"/>
                </a:cubicBezTo>
                <a:cubicBezTo>
                  <a:pt x="74336" y="22516"/>
                  <a:pt x="76292" y="22320"/>
                  <a:pt x="78236" y="21909"/>
                </a:cubicBezTo>
                <a:cubicBezTo>
                  <a:pt x="82552" y="21002"/>
                  <a:pt x="86617" y="19238"/>
                  <a:pt x="90849" y="18046"/>
                </a:cubicBezTo>
                <a:cubicBezTo>
                  <a:pt x="92983" y="17441"/>
                  <a:pt x="95167" y="16987"/>
                  <a:pt x="97384" y="16853"/>
                </a:cubicBezTo>
                <a:cubicBezTo>
                  <a:pt x="98091" y="16811"/>
                  <a:pt x="98802" y="16795"/>
                  <a:pt x="99512" y="16795"/>
                </a:cubicBezTo>
                <a:cubicBezTo>
                  <a:pt x="100808" y="16795"/>
                  <a:pt x="102106" y="16849"/>
                  <a:pt x="103397" y="16904"/>
                </a:cubicBezTo>
                <a:cubicBezTo>
                  <a:pt x="104590" y="16946"/>
                  <a:pt x="105805" y="16994"/>
                  <a:pt x="107021" y="16994"/>
                </a:cubicBezTo>
                <a:cubicBezTo>
                  <a:pt x="109705" y="16994"/>
                  <a:pt x="112394" y="16758"/>
                  <a:pt x="114868" y="15695"/>
                </a:cubicBezTo>
                <a:cubicBezTo>
                  <a:pt x="115741" y="15325"/>
                  <a:pt x="116547" y="14855"/>
                  <a:pt x="117304" y="14300"/>
                </a:cubicBezTo>
                <a:cubicBezTo>
                  <a:pt x="117689" y="14015"/>
                  <a:pt x="117555" y="13460"/>
                  <a:pt x="117069" y="13410"/>
                </a:cubicBezTo>
                <a:cubicBezTo>
                  <a:pt x="113373" y="13108"/>
                  <a:pt x="109678" y="12772"/>
                  <a:pt x="105983" y="12452"/>
                </a:cubicBezTo>
                <a:cubicBezTo>
                  <a:pt x="104152" y="12302"/>
                  <a:pt x="102304" y="12134"/>
                  <a:pt x="100457" y="11982"/>
                </a:cubicBezTo>
                <a:cubicBezTo>
                  <a:pt x="98828" y="11832"/>
                  <a:pt x="97165" y="11764"/>
                  <a:pt x="95552" y="11462"/>
                </a:cubicBezTo>
                <a:cubicBezTo>
                  <a:pt x="94780" y="11310"/>
                  <a:pt x="94007" y="11109"/>
                  <a:pt x="93301" y="10739"/>
                </a:cubicBezTo>
                <a:cubicBezTo>
                  <a:pt x="92562" y="10370"/>
                  <a:pt x="91958" y="9850"/>
                  <a:pt x="91353" y="9295"/>
                </a:cubicBezTo>
                <a:cubicBezTo>
                  <a:pt x="90195" y="8220"/>
                  <a:pt x="88986" y="7498"/>
                  <a:pt x="87423" y="7196"/>
                </a:cubicBezTo>
                <a:cubicBezTo>
                  <a:pt x="85810" y="6876"/>
                  <a:pt x="84148" y="6860"/>
                  <a:pt x="82518" y="6793"/>
                </a:cubicBezTo>
                <a:cubicBezTo>
                  <a:pt x="80772" y="6726"/>
                  <a:pt x="79025" y="6692"/>
                  <a:pt x="77278" y="6674"/>
                </a:cubicBezTo>
                <a:cubicBezTo>
                  <a:pt x="70089" y="6607"/>
                  <a:pt x="62867" y="6826"/>
                  <a:pt x="55712" y="5953"/>
                </a:cubicBezTo>
                <a:cubicBezTo>
                  <a:pt x="54032" y="5751"/>
                  <a:pt x="52285" y="5566"/>
                  <a:pt x="50690" y="4979"/>
                </a:cubicBezTo>
                <a:cubicBezTo>
                  <a:pt x="49128" y="4408"/>
                  <a:pt x="48070" y="3232"/>
                  <a:pt x="46727" y="2307"/>
                </a:cubicBezTo>
                <a:cubicBezTo>
                  <a:pt x="44140" y="493"/>
                  <a:pt x="40629" y="594"/>
                  <a:pt x="37606" y="426"/>
                </a:cubicBezTo>
                <a:cubicBezTo>
                  <a:pt x="32833" y="154"/>
                  <a:pt x="28054" y="0"/>
                  <a:pt x="232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7"/>
          <p:cNvSpPr/>
          <p:nvPr/>
        </p:nvSpPr>
        <p:spPr>
          <a:xfrm>
            <a:off x="3958952" y="4163532"/>
            <a:ext cx="439028" cy="278695"/>
          </a:xfrm>
          <a:custGeom>
            <a:avLst/>
            <a:gdLst/>
            <a:ahLst/>
            <a:cxnLst/>
            <a:rect l="l" t="t" r="r" b="b"/>
            <a:pathLst>
              <a:path w="15471" h="9821" extrusionOk="0">
                <a:moveTo>
                  <a:pt x="12233" y="0"/>
                </a:moveTo>
                <a:cubicBezTo>
                  <a:pt x="11624" y="0"/>
                  <a:pt x="10991" y="136"/>
                  <a:pt x="10347" y="276"/>
                </a:cubicBezTo>
                <a:cubicBezTo>
                  <a:pt x="8684" y="645"/>
                  <a:pt x="7021" y="1301"/>
                  <a:pt x="5644" y="2309"/>
                </a:cubicBezTo>
                <a:cubicBezTo>
                  <a:pt x="5325" y="2544"/>
                  <a:pt x="5039" y="2813"/>
                  <a:pt x="4669" y="2963"/>
                </a:cubicBezTo>
                <a:cubicBezTo>
                  <a:pt x="3527" y="3434"/>
                  <a:pt x="2503" y="3250"/>
                  <a:pt x="1462" y="4089"/>
                </a:cubicBezTo>
                <a:cubicBezTo>
                  <a:pt x="571" y="4811"/>
                  <a:pt x="0" y="6020"/>
                  <a:pt x="437" y="7162"/>
                </a:cubicBezTo>
                <a:cubicBezTo>
                  <a:pt x="925" y="8423"/>
                  <a:pt x="3158" y="9178"/>
                  <a:pt x="4385" y="9531"/>
                </a:cubicBezTo>
                <a:cubicBezTo>
                  <a:pt x="5072" y="9722"/>
                  <a:pt x="5803" y="9821"/>
                  <a:pt x="6531" y="9821"/>
                </a:cubicBezTo>
                <a:cubicBezTo>
                  <a:pt x="7084" y="9821"/>
                  <a:pt x="7634" y="9764"/>
                  <a:pt x="8163" y="9648"/>
                </a:cubicBezTo>
                <a:cubicBezTo>
                  <a:pt x="9473" y="9363"/>
                  <a:pt x="10532" y="8573"/>
                  <a:pt x="11757" y="8036"/>
                </a:cubicBezTo>
                <a:cubicBezTo>
                  <a:pt x="12279" y="7818"/>
                  <a:pt x="12866" y="7717"/>
                  <a:pt x="13354" y="7397"/>
                </a:cubicBezTo>
                <a:cubicBezTo>
                  <a:pt x="13907" y="7062"/>
                  <a:pt x="14378" y="6524"/>
                  <a:pt x="14899" y="6121"/>
                </a:cubicBezTo>
                <a:cubicBezTo>
                  <a:pt x="15369" y="5735"/>
                  <a:pt x="15470" y="5516"/>
                  <a:pt x="15436" y="4844"/>
                </a:cubicBezTo>
                <a:cubicBezTo>
                  <a:pt x="15403" y="3568"/>
                  <a:pt x="15201" y="1653"/>
                  <a:pt x="14243" y="764"/>
                </a:cubicBezTo>
                <a:cubicBezTo>
                  <a:pt x="13620" y="185"/>
                  <a:pt x="12943" y="0"/>
                  <a:pt x="122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7"/>
          <p:cNvSpPr/>
          <p:nvPr/>
        </p:nvSpPr>
        <p:spPr>
          <a:xfrm>
            <a:off x="3506034" y="4442232"/>
            <a:ext cx="150656" cy="165015"/>
          </a:xfrm>
          <a:custGeom>
            <a:avLst/>
            <a:gdLst/>
            <a:ahLst/>
            <a:cxnLst/>
            <a:rect l="l" t="t" r="r" b="b"/>
            <a:pathLst>
              <a:path w="5309" h="5815" extrusionOk="0">
                <a:moveTo>
                  <a:pt x="3903" y="0"/>
                </a:moveTo>
                <a:cubicBezTo>
                  <a:pt x="3638" y="0"/>
                  <a:pt x="3353" y="143"/>
                  <a:pt x="3024" y="290"/>
                </a:cubicBezTo>
                <a:cubicBezTo>
                  <a:pt x="2184" y="643"/>
                  <a:pt x="689" y="1029"/>
                  <a:pt x="218" y="1869"/>
                </a:cubicBezTo>
                <a:cubicBezTo>
                  <a:pt x="34" y="2171"/>
                  <a:pt x="68" y="2525"/>
                  <a:pt x="68" y="2860"/>
                </a:cubicBezTo>
                <a:cubicBezTo>
                  <a:pt x="34" y="4187"/>
                  <a:pt x="1" y="5548"/>
                  <a:pt x="1629" y="5783"/>
                </a:cubicBezTo>
                <a:cubicBezTo>
                  <a:pt x="1770" y="5804"/>
                  <a:pt x="1920" y="5815"/>
                  <a:pt x="2075" y="5815"/>
                </a:cubicBezTo>
                <a:cubicBezTo>
                  <a:pt x="3154" y="5815"/>
                  <a:pt x="4479" y="5304"/>
                  <a:pt x="4905" y="4305"/>
                </a:cubicBezTo>
                <a:cubicBezTo>
                  <a:pt x="5308" y="3364"/>
                  <a:pt x="5174" y="1349"/>
                  <a:pt x="4619" y="492"/>
                </a:cubicBezTo>
                <a:cubicBezTo>
                  <a:pt x="4383" y="126"/>
                  <a:pt x="4152" y="0"/>
                  <a:pt x="39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2">
            <a:extLst>
              <a:ext uri="{FF2B5EF4-FFF2-40B4-BE49-F238E27FC236}">
                <a16:creationId xmlns:a16="http://schemas.microsoft.com/office/drawing/2014/main" id="{4B242357-F974-E395-421A-57CF8C969E4F}"/>
              </a:ext>
            </a:extLst>
          </p:cNvPr>
          <p:cNvSpPr>
            <a:spLocks noGrp="1"/>
          </p:cNvSpPr>
          <p:nvPr>
            <p:ph type="title"/>
          </p:nvPr>
        </p:nvSpPr>
        <p:spPr>
          <a:xfrm>
            <a:off x="937341" y="227536"/>
            <a:ext cx="7586457" cy="638976"/>
          </a:xfrm>
        </p:spPr>
        <p:txBody>
          <a:bodyPr/>
          <a:lstStyle/>
          <a:p>
            <a:pPr algn="ctr"/>
            <a:r>
              <a:rPr lang="en-US" sz="2400" dirty="0"/>
              <a:t>BIN Richness Decreases as Elevation Increases</a:t>
            </a:r>
          </a:p>
        </p:txBody>
      </p:sp>
      <p:pic>
        <p:nvPicPr>
          <p:cNvPr id="9" name="Picture 8" descr="A graph of a slope&#10;&#10;AI-generated content may be incorrect.">
            <a:extLst>
              <a:ext uri="{FF2B5EF4-FFF2-40B4-BE49-F238E27FC236}">
                <a16:creationId xmlns:a16="http://schemas.microsoft.com/office/drawing/2014/main" id="{B831536D-8A92-41AF-8D3E-DFF2A859BDEE}"/>
              </a:ext>
            </a:extLst>
          </p:cNvPr>
          <p:cNvPicPr>
            <a:picLocks noChangeAspect="1"/>
          </p:cNvPicPr>
          <p:nvPr/>
        </p:nvPicPr>
        <p:blipFill>
          <a:blip r:embed="rId3"/>
          <a:stretch>
            <a:fillRect/>
          </a:stretch>
        </p:blipFill>
        <p:spPr>
          <a:xfrm>
            <a:off x="1361422" y="970058"/>
            <a:ext cx="6576511" cy="39459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9"/>
          <p:cNvSpPr txBox="1">
            <a:spLocks noGrp="1"/>
          </p:cNvSpPr>
          <p:nvPr>
            <p:ph type="title"/>
          </p:nvPr>
        </p:nvSpPr>
        <p:spPr>
          <a:xfrm>
            <a:off x="504907" y="111069"/>
            <a:ext cx="8134186" cy="120884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Low/Mid and Peak Elevations are Compositionally Homogenized, whereas Mid-High Transition Zone Reflects Turnover</a:t>
            </a:r>
            <a:endParaRPr sz="2400" dirty="0"/>
          </a:p>
        </p:txBody>
      </p:sp>
      <p:pic>
        <p:nvPicPr>
          <p:cNvPr id="11" name="Picture 10" descr="A graph with colored dots&#10;&#10;AI-generated content may be incorrect.">
            <a:extLst>
              <a:ext uri="{FF2B5EF4-FFF2-40B4-BE49-F238E27FC236}">
                <a16:creationId xmlns:a16="http://schemas.microsoft.com/office/drawing/2014/main" id="{76965A72-2DA7-8AF9-8423-D9B077BC1E45}"/>
              </a:ext>
            </a:extLst>
          </p:cNvPr>
          <p:cNvPicPr>
            <a:picLocks noChangeAspect="1"/>
          </p:cNvPicPr>
          <p:nvPr/>
        </p:nvPicPr>
        <p:blipFill>
          <a:blip r:embed="rId3"/>
          <a:stretch>
            <a:fillRect/>
          </a:stretch>
        </p:blipFill>
        <p:spPr>
          <a:xfrm>
            <a:off x="1637263" y="1391476"/>
            <a:ext cx="5869473" cy="35216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45"/>
          <p:cNvSpPr txBox="1">
            <a:spLocks noGrp="1"/>
          </p:cNvSpPr>
          <p:nvPr>
            <p:ph type="title"/>
          </p:nvPr>
        </p:nvSpPr>
        <p:spPr>
          <a:xfrm>
            <a:off x="260608" y="79264"/>
            <a:ext cx="8780024" cy="906698"/>
          </a:xfrm>
          <a:prstGeom prst="rect">
            <a:avLst/>
          </a:prstGeom>
        </p:spPr>
        <p:txBody>
          <a:bodyPr spcFirstLastPara="1" wrap="square" lIns="91425" tIns="91425" rIns="91425" bIns="91425" anchor="t" anchorCtr="0">
            <a:noAutofit/>
          </a:bodyPr>
          <a:lstStyle/>
          <a:p>
            <a:pPr lvl="0" algn="ctr"/>
            <a:r>
              <a:rPr lang="en" sz="2400" dirty="0"/>
              <a:t>Low Elevations Have Similar Community Composition, Mid Elevations Exhibit Divergence, and High Elevations </a:t>
            </a:r>
            <a:r>
              <a:rPr lang="en-CA" sz="2400" dirty="0"/>
              <a:t>Contain </a:t>
            </a:r>
            <a:r>
              <a:rPr lang="en" sz="2400" dirty="0"/>
              <a:t>Distinct Lineages</a:t>
            </a:r>
            <a:endParaRPr sz="2400" dirty="0"/>
          </a:p>
        </p:txBody>
      </p:sp>
      <p:pic>
        <p:nvPicPr>
          <p:cNvPr id="3" name="Picture 2" descr="A graph with different colored dots&#10;&#10;AI-generated content may be incorrect.">
            <a:extLst>
              <a:ext uri="{FF2B5EF4-FFF2-40B4-BE49-F238E27FC236}">
                <a16:creationId xmlns:a16="http://schemas.microsoft.com/office/drawing/2014/main" id="{9E03562E-19EA-B2F0-4E29-854A8E2858CC}"/>
              </a:ext>
            </a:extLst>
          </p:cNvPr>
          <p:cNvPicPr>
            <a:picLocks noChangeAspect="1"/>
          </p:cNvPicPr>
          <p:nvPr/>
        </p:nvPicPr>
        <p:blipFill>
          <a:blip r:embed="rId3"/>
          <a:stretch>
            <a:fillRect/>
          </a:stretch>
        </p:blipFill>
        <p:spPr>
          <a:xfrm>
            <a:off x="1686340" y="1391479"/>
            <a:ext cx="5771319" cy="346279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17" name="Google Shape;493;p45">
            <a:extLst>
              <a:ext uri="{FF2B5EF4-FFF2-40B4-BE49-F238E27FC236}">
                <a16:creationId xmlns:a16="http://schemas.microsoft.com/office/drawing/2014/main" id="{D8C74167-C46F-1A9F-074E-D0C093900A42}"/>
              </a:ext>
            </a:extLst>
          </p:cNvPr>
          <p:cNvSpPr txBox="1">
            <a:spLocks noGrp="1"/>
          </p:cNvSpPr>
          <p:nvPr>
            <p:ph type="title"/>
          </p:nvPr>
        </p:nvSpPr>
        <p:spPr>
          <a:xfrm>
            <a:off x="274319" y="117983"/>
            <a:ext cx="8738485" cy="90669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sz="2400" dirty="0"/>
              <a:t>NTI Increases with Elevation &amp; Mid/High Elevations Suggest Strong Clustering, unlike Low Elevations</a:t>
            </a:r>
            <a:endParaRPr sz="2400" dirty="0"/>
          </a:p>
        </p:txBody>
      </p:sp>
      <p:pic>
        <p:nvPicPr>
          <p:cNvPr id="21" name="Picture 20" descr="A graph of a graph showing the elevation&#10;&#10;AI-generated content may be incorrect.">
            <a:extLst>
              <a:ext uri="{FF2B5EF4-FFF2-40B4-BE49-F238E27FC236}">
                <a16:creationId xmlns:a16="http://schemas.microsoft.com/office/drawing/2014/main" id="{FA7CE373-F25A-D6AA-A7D6-14B51F18049F}"/>
              </a:ext>
            </a:extLst>
          </p:cNvPr>
          <p:cNvPicPr>
            <a:picLocks noChangeAspect="1"/>
          </p:cNvPicPr>
          <p:nvPr/>
        </p:nvPicPr>
        <p:blipFill>
          <a:blip r:embed="rId3"/>
          <a:stretch>
            <a:fillRect/>
          </a:stretch>
        </p:blipFill>
        <p:spPr>
          <a:xfrm>
            <a:off x="1443161" y="1115568"/>
            <a:ext cx="6257677" cy="37546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503" name="Google Shape;503;p46"/>
          <p:cNvSpPr txBox="1">
            <a:spLocks noGrp="1"/>
          </p:cNvSpPr>
          <p:nvPr>
            <p:ph type="title"/>
          </p:nvPr>
        </p:nvSpPr>
        <p:spPr>
          <a:xfrm>
            <a:off x="754557" y="128556"/>
            <a:ext cx="7712765" cy="1012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How Does Tropical Carabidae Phylogenetic Diversity Vary Across Elevations?</a:t>
            </a:r>
            <a:endParaRPr sz="2400" dirty="0"/>
          </a:p>
        </p:txBody>
      </p:sp>
      <p:sp>
        <p:nvSpPr>
          <p:cNvPr id="504" name="Google Shape;504;p46"/>
          <p:cNvSpPr txBox="1">
            <a:spLocks noGrp="1"/>
          </p:cNvSpPr>
          <p:nvPr>
            <p:ph type="subTitle" idx="1"/>
          </p:nvPr>
        </p:nvSpPr>
        <p:spPr>
          <a:xfrm>
            <a:off x="676678" y="974309"/>
            <a:ext cx="7991927" cy="281451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b="1" dirty="0"/>
              <a:t>Alpha Diversity</a:t>
            </a:r>
          </a:p>
          <a:p>
            <a:pPr marL="0" lvl="0" indent="0" algn="l" rtl="0">
              <a:spcBef>
                <a:spcPts val="0"/>
              </a:spcBef>
              <a:spcAft>
                <a:spcPts val="0"/>
              </a:spcAft>
              <a:buNone/>
            </a:pPr>
            <a:r>
              <a:rPr lang="en-CA" sz="1100" dirty="0"/>
              <a:t>From this analysis, it was found that both phylogenetic diversity and BIN richness were negatively and linearly related to elevation (p = 0.001, p = 0.006, respectively). This indicates an overall lower degree of within-assemblage (elevation bands) diversity at higher elevations. </a:t>
            </a:r>
          </a:p>
          <a:p>
            <a:pPr marL="0" lvl="0" indent="0" algn="l" rtl="0">
              <a:spcBef>
                <a:spcPts val="0"/>
              </a:spcBef>
              <a:spcAft>
                <a:spcPts val="0"/>
              </a:spcAft>
              <a:buNone/>
            </a:pPr>
            <a:endParaRPr lang="en-CA" sz="1100" dirty="0"/>
          </a:p>
          <a:p>
            <a:pPr marL="0" lvl="0" indent="0" algn="l" rtl="0">
              <a:spcBef>
                <a:spcPts val="0"/>
              </a:spcBef>
              <a:spcAft>
                <a:spcPts val="0"/>
              </a:spcAft>
              <a:buNone/>
            </a:pPr>
            <a:r>
              <a:rPr lang="en-CA" b="1" dirty="0"/>
              <a:t>Beta Diversity</a:t>
            </a:r>
          </a:p>
          <a:p>
            <a:pPr marL="0" lvl="0" indent="0" algn="l" rtl="0">
              <a:spcBef>
                <a:spcPts val="0"/>
              </a:spcBef>
              <a:spcAft>
                <a:spcPts val="0"/>
              </a:spcAft>
              <a:buNone/>
            </a:pPr>
            <a:r>
              <a:rPr lang="en-CA" sz="1100" dirty="0"/>
              <a:t>The  Phylosor </a:t>
            </a:r>
            <a:r>
              <a:rPr lang="en-CA" sz="1100" dirty="0" err="1"/>
              <a:t>PCoA</a:t>
            </a:r>
            <a:r>
              <a:rPr lang="en-CA" sz="1100" dirty="0"/>
              <a:t> analysis revealed clustering at low and mid elevations, while the transition zone from mid to high elevations reflected turnover in community composition. The Unifrac </a:t>
            </a:r>
            <a:r>
              <a:rPr lang="en-CA" sz="1100" dirty="0" err="1"/>
              <a:t>PCoA</a:t>
            </a:r>
            <a:r>
              <a:rPr lang="en-CA" sz="1100" dirty="0"/>
              <a:t> showed similar findings where low elevation communities clustered together, mid elevation communities are more divergent, and high elevation communities consist of distinct lineages. PERMANOVA confirmed that elevation significantly structures communities with a moderate effect size (R2 = 0.25, p = 0.001).</a:t>
            </a:r>
          </a:p>
          <a:p>
            <a:pPr marL="0" lvl="0" indent="0" algn="l" rtl="0">
              <a:spcBef>
                <a:spcPts val="0"/>
              </a:spcBef>
              <a:spcAft>
                <a:spcPts val="0"/>
              </a:spcAft>
              <a:buNone/>
            </a:pPr>
            <a:endParaRPr lang="en-CA" sz="1100" dirty="0"/>
          </a:p>
          <a:p>
            <a:pPr marL="0" lvl="0" indent="0" algn="l" rtl="0">
              <a:spcBef>
                <a:spcPts val="0"/>
              </a:spcBef>
              <a:spcAft>
                <a:spcPts val="0"/>
              </a:spcAft>
              <a:buNone/>
            </a:pPr>
            <a:r>
              <a:rPr lang="en-CA" b="1" dirty="0"/>
              <a:t>Phylogenetic Community Structure</a:t>
            </a:r>
          </a:p>
          <a:p>
            <a:pPr marL="0" lvl="0" indent="0" algn="l" rtl="0">
              <a:spcBef>
                <a:spcPts val="0"/>
              </a:spcBef>
              <a:spcAft>
                <a:spcPts val="0"/>
              </a:spcAft>
              <a:buNone/>
            </a:pPr>
            <a:r>
              <a:rPr lang="en-CA" sz="1100" dirty="0"/>
              <a:t>The Nearest Taxon Index (NTI) values increased with elevation, suggesting stronger stronger phylogenetic clustering at mid and high elevations. </a:t>
            </a:r>
            <a:endParaRPr sz="1100" dirty="0"/>
          </a:p>
        </p:txBody>
      </p:sp>
      <p:grpSp>
        <p:nvGrpSpPr>
          <p:cNvPr id="2" name="Group 1">
            <a:extLst>
              <a:ext uri="{FF2B5EF4-FFF2-40B4-BE49-F238E27FC236}">
                <a16:creationId xmlns:a16="http://schemas.microsoft.com/office/drawing/2014/main" id="{F7C2CB94-5F87-D08E-34ED-D4980CF9685C}"/>
              </a:ext>
            </a:extLst>
          </p:cNvPr>
          <p:cNvGrpSpPr/>
          <p:nvPr/>
        </p:nvGrpSpPr>
        <p:grpSpPr>
          <a:xfrm>
            <a:off x="1767379" y="3520707"/>
            <a:ext cx="5224558" cy="1694355"/>
            <a:chOff x="1767379" y="3426794"/>
            <a:chExt cx="5224558" cy="1694355"/>
          </a:xfrm>
        </p:grpSpPr>
        <p:sp>
          <p:nvSpPr>
            <p:cNvPr id="40" name="Oval 39">
              <a:extLst>
                <a:ext uri="{FF2B5EF4-FFF2-40B4-BE49-F238E27FC236}">
                  <a16:creationId xmlns:a16="http://schemas.microsoft.com/office/drawing/2014/main" id="{6BCAB364-6E50-CEC3-9CC8-B9C69E9E355A}"/>
                </a:ext>
              </a:extLst>
            </p:cNvPr>
            <p:cNvSpPr/>
            <p:nvPr/>
          </p:nvSpPr>
          <p:spPr>
            <a:xfrm rot="456196">
              <a:off x="2343365" y="3508367"/>
              <a:ext cx="1167639" cy="485111"/>
            </a:xfrm>
            <a:prstGeom prst="ellipse">
              <a:avLst/>
            </a:prstGeom>
            <a:noFill/>
            <a:ln>
              <a:solidFill>
                <a:srgbClr val="D9D9D9">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descr="150,200+ Mountain Icon Stock Illustrations, Royalty-Free Vector Graphics &amp;  Clip Art - iStock | Icons, Mountain vector, Mountain logo">
              <a:extLst>
                <a:ext uri="{FF2B5EF4-FFF2-40B4-BE49-F238E27FC236}">
                  <a16:creationId xmlns:a16="http://schemas.microsoft.com/office/drawing/2014/main" id="{746C4E32-24D1-AFA3-BFBD-0DCFB8005B2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826" t="55807" r="8260" b="33217"/>
            <a:stretch>
              <a:fillRect/>
            </a:stretch>
          </p:blipFill>
          <p:spPr bwMode="auto">
            <a:xfrm>
              <a:off x="5955173" y="3990309"/>
              <a:ext cx="994766" cy="78476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150,200+ Mountain Icon Stock Illustrations, Royalty-Free Vector Graphics &amp;  Clip Art - iStock | Icons, Mountain vector, Mountain logo">
              <a:extLst>
                <a:ext uri="{FF2B5EF4-FFF2-40B4-BE49-F238E27FC236}">
                  <a16:creationId xmlns:a16="http://schemas.microsoft.com/office/drawing/2014/main" id="{27E65029-A7BF-CBDD-D07F-6F5EF16AA1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49" t="10566" r="52859" b="78458"/>
            <a:stretch>
              <a:fillRect/>
            </a:stretch>
          </p:blipFill>
          <p:spPr bwMode="auto">
            <a:xfrm>
              <a:off x="4302255" y="4225138"/>
              <a:ext cx="890546" cy="558839"/>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504;p46">
              <a:extLst>
                <a:ext uri="{FF2B5EF4-FFF2-40B4-BE49-F238E27FC236}">
                  <a16:creationId xmlns:a16="http://schemas.microsoft.com/office/drawing/2014/main" id="{E25BA6CA-79BD-F9FF-5C8D-B977CB0929D4}"/>
                </a:ext>
              </a:extLst>
            </p:cNvPr>
            <p:cNvSpPr txBox="1">
              <a:spLocks/>
            </p:cNvSpPr>
            <p:nvPr/>
          </p:nvSpPr>
          <p:spPr>
            <a:xfrm>
              <a:off x="2715438" y="4689721"/>
              <a:ext cx="605151" cy="3895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600"/>
                <a:buFont typeface="Figtree"/>
                <a:buNone/>
                <a:defRPr sz="1200" b="0" i="0" u="none" strike="noStrike" cap="none">
                  <a:solidFill>
                    <a:schemeClr val="dk1"/>
                  </a:solidFill>
                  <a:latin typeface="Figtree"/>
                  <a:ea typeface="Figtree"/>
                  <a:cs typeface="Figtree"/>
                  <a:sym typeface="Figtree"/>
                </a:defRPr>
              </a:lvl1pPr>
              <a:lvl2pPr marL="914400" marR="0" lvl="1"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2pPr>
              <a:lvl3pPr marL="1371600" marR="0" lvl="2"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3pPr>
              <a:lvl4pPr marL="1828800" marR="0" lvl="3"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4pPr>
              <a:lvl5pPr marL="2286000" marR="0" lvl="4"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5pPr>
              <a:lvl6pPr marL="2743200" marR="0" lvl="5"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6pPr>
              <a:lvl7pPr marL="3200400" marR="0" lvl="6"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7pPr>
              <a:lvl8pPr marL="3657600" marR="0" lvl="7"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8pPr>
              <a:lvl9pPr marL="4114800" marR="0" lvl="8"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9pPr>
            </a:lstStyle>
            <a:p>
              <a:pPr marL="0" indent="0"/>
              <a:r>
                <a:rPr lang="en-CA" dirty="0"/>
                <a:t>Low</a:t>
              </a:r>
            </a:p>
          </p:txBody>
        </p:sp>
        <p:sp>
          <p:nvSpPr>
            <p:cNvPr id="15" name="Google Shape;504;p46">
              <a:extLst>
                <a:ext uri="{FF2B5EF4-FFF2-40B4-BE49-F238E27FC236}">
                  <a16:creationId xmlns:a16="http://schemas.microsoft.com/office/drawing/2014/main" id="{04078CFE-C0C9-FCD4-FFC2-0A1E9874D083}"/>
                </a:ext>
              </a:extLst>
            </p:cNvPr>
            <p:cNvSpPr txBox="1">
              <a:spLocks/>
            </p:cNvSpPr>
            <p:nvPr/>
          </p:nvSpPr>
          <p:spPr>
            <a:xfrm>
              <a:off x="4495541" y="4727921"/>
              <a:ext cx="605151" cy="3895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600"/>
                <a:buFont typeface="Figtree"/>
                <a:buNone/>
                <a:defRPr sz="1200" b="0" i="0" u="none" strike="noStrike" cap="none">
                  <a:solidFill>
                    <a:schemeClr val="dk1"/>
                  </a:solidFill>
                  <a:latin typeface="Figtree"/>
                  <a:ea typeface="Figtree"/>
                  <a:cs typeface="Figtree"/>
                  <a:sym typeface="Figtree"/>
                </a:defRPr>
              </a:lvl1pPr>
              <a:lvl2pPr marL="914400" marR="0" lvl="1"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2pPr>
              <a:lvl3pPr marL="1371600" marR="0" lvl="2"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3pPr>
              <a:lvl4pPr marL="1828800" marR="0" lvl="3"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4pPr>
              <a:lvl5pPr marL="2286000" marR="0" lvl="4"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5pPr>
              <a:lvl6pPr marL="2743200" marR="0" lvl="5"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6pPr>
              <a:lvl7pPr marL="3200400" marR="0" lvl="6"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7pPr>
              <a:lvl8pPr marL="3657600" marR="0" lvl="7"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8pPr>
              <a:lvl9pPr marL="4114800" marR="0" lvl="8"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9pPr>
            </a:lstStyle>
            <a:p>
              <a:pPr marL="0" indent="0"/>
              <a:r>
                <a:rPr lang="en-CA" dirty="0"/>
                <a:t>Mid</a:t>
              </a:r>
            </a:p>
          </p:txBody>
        </p:sp>
        <p:sp>
          <p:nvSpPr>
            <p:cNvPr id="16" name="Google Shape;504;p46">
              <a:extLst>
                <a:ext uri="{FF2B5EF4-FFF2-40B4-BE49-F238E27FC236}">
                  <a16:creationId xmlns:a16="http://schemas.microsoft.com/office/drawing/2014/main" id="{EC0A50FD-DFDE-839E-7029-B9D55F736294}"/>
                </a:ext>
              </a:extLst>
            </p:cNvPr>
            <p:cNvSpPr txBox="1">
              <a:spLocks/>
            </p:cNvSpPr>
            <p:nvPr/>
          </p:nvSpPr>
          <p:spPr>
            <a:xfrm>
              <a:off x="6197466" y="4731558"/>
              <a:ext cx="605151" cy="3895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600"/>
                <a:buFont typeface="Figtree"/>
                <a:buNone/>
                <a:defRPr sz="1200" b="0" i="0" u="none" strike="noStrike" cap="none">
                  <a:solidFill>
                    <a:schemeClr val="dk1"/>
                  </a:solidFill>
                  <a:latin typeface="Figtree"/>
                  <a:ea typeface="Figtree"/>
                  <a:cs typeface="Figtree"/>
                  <a:sym typeface="Figtree"/>
                </a:defRPr>
              </a:lvl1pPr>
              <a:lvl2pPr marL="914400" marR="0" lvl="1"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2pPr>
              <a:lvl3pPr marL="1371600" marR="0" lvl="2"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3pPr>
              <a:lvl4pPr marL="1828800" marR="0" lvl="3"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4pPr>
              <a:lvl5pPr marL="2286000" marR="0" lvl="4"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5pPr>
              <a:lvl6pPr marL="2743200" marR="0" lvl="5"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6pPr>
              <a:lvl7pPr marL="3200400" marR="0" lvl="6"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7pPr>
              <a:lvl8pPr marL="3657600" marR="0" lvl="7"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8pPr>
              <a:lvl9pPr marL="4114800" marR="0" lvl="8" indent="-304800" algn="l"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9pPr>
            </a:lstStyle>
            <a:p>
              <a:pPr marL="0" indent="0"/>
              <a:r>
                <a:rPr lang="en-CA" dirty="0"/>
                <a:t>High</a:t>
              </a:r>
            </a:p>
          </p:txBody>
        </p:sp>
        <p:pic>
          <p:nvPicPr>
            <p:cNvPr id="2056" name="Picture 8" descr="Beetle Multi Color Style Icon Simple Stock Vector (Royalty Free) 1646500318  | Shutterstock">
              <a:extLst>
                <a:ext uri="{FF2B5EF4-FFF2-40B4-BE49-F238E27FC236}">
                  <a16:creationId xmlns:a16="http://schemas.microsoft.com/office/drawing/2014/main" id="{0565B2BC-500F-0AE6-DF6C-732A11B862E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25" t="71380" r="77326" b="8720"/>
            <a:stretch>
              <a:fillRect/>
            </a:stretch>
          </p:blipFill>
          <p:spPr bwMode="auto">
            <a:xfrm rot="1571551">
              <a:off x="6656153" y="3835991"/>
              <a:ext cx="209128" cy="21393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Beetle Multi Color Style Icon Simple Stock Vector (Royalty Free) 1646500318  | Shutterstock">
              <a:extLst>
                <a:ext uri="{FF2B5EF4-FFF2-40B4-BE49-F238E27FC236}">
                  <a16:creationId xmlns:a16="http://schemas.microsoft.com/office/drawing/2014/main" id="{D2897F84-F983-57ED-8283-903F3C34485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918" t="71061" r="52133" b="8219"/>
            <a:stretch>
              <a:fillRect/>
            </a:stretch>
          </p:blipFill>
          <p:spPr bwMode="auto">
            <a:xfrm rot="20426453">
              <a:off x="6298603" y="3486081"/>
              <a:ext cx="226196" cy="24093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Beetle Multi Color Style Icon Simple Stock Vector (Royalty Free) 1646500318  | Shutterstock">
              <a:extLst>
                <a:ext uri="{FF2B5EF4-FFF2-40B4-BE49-F238E27FC236}">
                  <a16:creationId xmlns:a16="http://schemas.microsoft.com/office/drawing/2014/main" id="{7FD9D92F-AA22-28D6-229A-EE4915DDED7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8489" t="46756" r="1394" b="30099"/>
            <a:stretch>
              <a:fillRect/>
            </a:stretch>
          </p:blipFill>
          <p:spPr bwMode="auto">
            <a:xfrm rot="20732062">
              <a:off x="5990423" y="3886978"/>
              <a:ext cx="217221" cy="26913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8" descr="Beetle Multi Color Style Icon Simple Stock Vector (Royalty Free) 1646500318  | Shutterstock">
              <a:extLst>
                <a:ext uri="{FF2B5EF4-FFF2-40B4-BE49-F238E27FC236}">
                  <a16:creationId xmlns:a16="http://schemas.microsoft.com/office/drawing/2014/main" id="{5F30F4C4-9FAF-FD5C-0E37-A73EB40B7AC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517" t="24745" r="2534" b="54535"/>
            <a:stretch>
              <a:fillRect/>
            </a:stretch>
          </p:blipFill>
          <p:spPr bwMode="auto">
            <a:xfrm rot="20389603">
              <a:off x="5119130" y="3557691"/>
              <a:ext cx="226196" cy="240934"/>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Beetle Multi Color Style Icon Simple Stock Vector (Royalty Free) 1646500318  | Shutterstock">
              <a:extLst>
                <a:ext uri="{FF2B5EF4-FFF2-40B4-BE49-F238E27FC236}">
                  <a16:creationId xmlns:a16="http://schemas.microsoft.com/office/drawing/2014/main" id="{08E9E80F-47C3-B08F-ADA2-9F3CDB29F0C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517" t="24745" r="2534" b="54535"/>
            <a:stretch>
              <a:fillRect/>
            </a:stretch>
          </p:blipFill>
          <p:spPr bwMode="auto">
            <a:xfrm rot="20661962">
              <a:off x="4927022" y="3615775"/>
              <a:ext cx="226196" cy="240934"/>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56AB27FB-78A2-AD95-9D98-41E2E0E9D2CA}"/>
                </a:ext>
              </a:extLst>
            </p:cNvPr>
            <p:cNvGrpSpPr/>
            <p:nvPr/>
          </p:nvGrpSpPr>
          <p:grpSpPr>
            <a:xfrm>
              <a:off x="1934688" y="4075889"/>
              <a:ext cx="850089" cy="269133"/>
              <a:chOff x="2314274" y="4122464"/>
              <a:chExt cx="850089" cy="269133"/>
            </a:xfrm>
          </p:grpSpPr>
          <p:pic>
            <p:nvPicPr>
              <p:cNvPr id="19" name="Picture 8" descr="Beetle Multi Color Style Icon Simple Stock Vector (Royalty Free) 1646500318  | Shutterstock">
                <a:extLst>
                  <a:ext uri="{FF2B5EF4-FFF2-40B4-BE49-F238E27FC236}">
                    <a16:creationId xmlns:a16="http://schemas.microsoft.com/office/drawing/2014/main" id="{CD0994B6-6361-57EB-7777-E05E4BCFB6C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25" t="71380" r="77326" b="8720"/>
              <a:stretch>
                <a:fillRect/>
              </a:stretch>
            </p:blipFill>
            <p:spPr bwMode="auto">
              <a:xfrm>
                <a:off x="2740623" y="4141897"/>
                <a:ext cx="209128" cy="21393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8" descr="Beetle Multi Color Style Icon Simple Stock Vector (Royalty Free) 1646500318  | Shutterstock">
                <a:extLst>
                  <a:ext uri="{FF2B5EF4-FFF2-40B4-BE49-F238E27FC236}">
                    <a16:creationId xmlns:a16="http://schemas.microsoft.com/office/drawing/2014/main" id="{1A4A1CB6-A093-4CE4-6F26-D0126417874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918" t="71061" r="52133" b="8219"/>
              <a:stretch>
                <a:fillRect/>
              </a:stretch>
            </p:blipFill>
            <p:spPr bwMode="auto">
              <a:xfrm>
                <a:off x="2514427" y="4133797"/>
                <a:ext cx="226196" cy="24093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descr="Beetle Multi Color Style Icon Simple Stock Vector (Royalty Free) 1646500318  | Shutterstock">
                <a:extLst>
                  <a:ext uri="{FF2B5EF4-FFF2-40B4-BE49-F238E27FC236}">
                    <a16:creationId xmlns:a16="http://schemas.microsoft.com/office/drawing/2014/main" id="{80D9E0BD-F611-C623-A5BC-61C81BD8B4D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8489" t="46756" r="1394" b="30099"/>
              <a:stretch>
                <a:fillRect/>
              </a:stretch>
            </p:blipFill>
            <p:spPr bwMode="auto">
              <a:xfrm>
                <a:off x="2314274" y="4122464"/>
                <a:ext cx="217221" cy="269133"/>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Beetle Multi Color Style Icon Simple Stock Vector (Royalty Free) 1646500318  | Shutterstock">
                <a:extLst>
                  <a:ext uri="{FF2B5EF4-FFF2-40B4-BE49-F238E27FC236}">
                    <a16:creationId xmlns:a16="http://schemas.microsoft.com/office/drawing/2014/main" id="{96595BBD-0EF5-186E-3D7D-B8C3F8D666F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517" t="24745" r="2534" b="54535"/>
              <a:stretch>
                <a:fillRect/>
              </a:stretch>
            </p:blipFill>
            <p:spPr bwMode="auto">
              <a:xfrm>
                <a:off x="2938167" y="4126780"/>
                <a:ext cx="226196" cy="2409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0" name="Group 29">
              <a:extLst>
                <a:ext uri="{FF2B5EF4-FFF2-40B4-BE49-F238E27FC236}">
                  <a16:creationId xmlns:a16="http://schemas.microsoft.com/office/drawing/2014/main" id="{2D85E20E-C6B4-94E7-CD84-BEE0AC32B23F}"/>
                </a:ext>
              </a:extLst>
            </p:cNvPr>
            <p:cNvGrpSpPr/>
            <p:nvPr/>
          </p:nvGrpSpPr>
          <p:grpSpPr>
            <a:xfrm rot="20669771">
              <a:off x="2877613" y="4369990"/>
              <a:ext cx="850089" cy="269133"/>
              <a:chOff x="2314274" y="4122464"/>
              <a:chExt cx="850089" cy="269133"/>
            </a:xfrm>
          </p:grpSpPr>
          <p:pic>
            <p:nvPicPr>
              <p:cNvPr id="31" name="Picture 8" descr="Beetle Multi Color Style Icon Simple Stock Vector (Royalty Free) 1646500318  | Shutterstock">
                <a:extLst>
                  <a:ext uri="{FF2B5EF4-FFF2-40B4-BE49-F238E27FC236}">
                    <a16:creationId xmlns:a16="http://schemas.microsoft.com/office/drawing/2014/main" id="{DA85E3AF-B705-49EF-B800-1CDF9C15E4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25" t="71380" r="77326" b="8720"/>
              <a:stretch>
                <a:fillRect/>
              </a:stretch>
            </p:blipFill>
            <p:spPr bwMode="auto">
              <a:xfrm>
                <a:off x="2740623" y="4141897"/>
                <a:ext cx="209128" cy="213936"/>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8" descr="Beetle Multi Color Style Icon Simple Stock Vector (Royalty Free) 1646500318  | Shutterstock">
                <a:extLst>
                  <a:ext uri="{FF2B5EF4-FFF2-40B4-BE49-F238E27FC236}">
                    <a16:creationId xmlns:a16="http://schemas.microsoft.com/office/drawing/2014/main" id="{2651E12B-A0A5-5AFA-823D-B6B9297543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918" t="71061" r="52133" b="8219"/>
              <a:stretch>
                <a:fillRect/>
              </a:stretch>
            </p:blipFill>
            <p:spPr bwMode="auto">
              <a:xfrm>
                <a:off x="2514427" y="4133797"/>
                <a:ext cx="226196" cy="24093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8" descr="Beetle Multi Color Style Icon Simple Stock Vector (Royalty Free) 1646500318  | Shutterstock">
                <a:extLst>
                  <a:ext uri="{FF2B5EF4-FFF2-40B4-BE49-F238E27FC236}">
                    <a16:creationId xmlns:a16="http://schemas.microsoft.com/office/drawing/2014/main" id="{12E79EB4-3475-1760-C7C1-319244FD664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8489" t="46756" r="1394" b="30099"/>
              <a:stretch>
                <a:fillRect/>
              </a:stretch>
            </p:blipFill>
            <p:spPr bwMode="auto">
              <a:xfrm>
                <a:off x="2314274" y="4122464"/>
                <a:ext cx="217221" cy="26913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8" descr="Beetle Multi Color Style Icon Simple Stock Vector (Royalty Free) 1646500318  | Shutterstock">
                <a:extLst>
                  <a:ext uri="{FF2B5EF4-FFF2-40B4-BE49-F238E27FC236}">
                    <a16:creationId xmlns:a16="http://schemas.microsoft.com/office/drawing/2014/main" id="{CE49AA87-AE35-CD1A-713F-07B6CF19A4D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517" t="24745" r="2534" b="54535"/>
              <a:stretch>
                <a:fillRect/>
              </a:stretch>
            </p:blipFill>
            <p:spPr bwMode="auto">
              <a:xfrm>
                <a:off x="2938167" y="4126780"/>
                <a:ext cx="226196" cy="2409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5" name="Group 34">
              <a:extLst>
                <a:ext uri="{FF2B5EF4-FFF2-40B4-BE49-F238E27FC236}">
                  <a16:creationId xmlns:a16="http://schemas.microsoft.com/office/drawing/2014/main" id="{0119F8FE-5547-B456-3365-8AC397D11C01}"/>
                </a:ext>
              </a:extLst>
            </p:cNvPr>
            <p:cNvGrpSpPr/>
            <p:nvPr/>
          </p:nvGrpSpPr>
          <p:grpSpPr>
            <a:xfrm rot="663082">
              <a:off x="2496170" y="3616061"/>
              <a:ext cx="850089" cy="269133"/>
              <a:chOff x="2314274" y="4122464"/>
              <a:chExt cx="850089" cy="269133"/>
            </a:xfrm>
          </p:grpSpPr>
          <p:pic>
            <p:nvPicPr>
              <p:cNvPr id="36" name="Picture 8" descr="Beetle Multi Color Style Icon Simple Stock Vector (Royalty Free) 1646500318  | Shutterstock">
                <a:extLst>
                  <a:ext uri="{FF2B5EF4-FFF2-40B4-BE49-F238E27FC236}">
                    <a16:creationId xmlns:a16="http://schemas.microsoft.com/office/drawing/2014/main" id="{1C88FE52-A361-41B1-7673-E00665006C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25" t="71380" r="77326" b="8720"/>
              <a:stretch>
                <a:fillRect/>
              </a:stretch>
            </p:blipFill>
            <p:spPr bwMode="auto">
              <a:xfrm>
                <a:off x="2740623" y="4141897"/>
                <a:ext cx="209128" cy="213936"/>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8" descr="Beetle Multi Color Style Icon Simple Stock Vector (Royalty Free) 1646500318  | Shutterstock">
                <a:extLst>
                  <a:ext uri="{FF2B5EF4-FFF2-40B4-BE49-F238E27FC236}">
                    <a16:creationId xmlns:a16="http://schemas.microsoft.com/office/drawing/2014/main" id="{A59596D4-AAC3-1A39-CF22-41CDDD3F021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918" t="71061" r="52133" b="8219"/>
              <a:stretch>
                <a:fillRect/>
              </a:stretch>
            </p:blipFill>
            <p:spPr bwMode="auto">
              <a:xfrm>
                <a:off x="2514427" y="4133797"/>
                <a:ext cx="226196" cy="240934"/>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8" descr="Beetle Multi Color Style Icon Simple Stock Vector (Royalty Free) 1646500318  | Shutterstock">
                <a:extLst>
                  <a:ext uri="{FF2B5EF4-FFF2-40B4-BE49-F238E27FC236}">
                    <a16:creationId xmlns:a16="http://schemas.microsoft.com/office/drawing/2014/main" id="{68FA2560-E599-74A2-C2BB-A940D671EAB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8489" t="46756" r="1394" b="30099"/>
              <a:stretch>
                <a:fillRect/>
              </a:stretch>
            </p:blipFill>
            <p:spPr bwMode="auto">
              <a:xfrm>
                <a:off x="2314274" y="4122464"/>
                <a:ext cx="217221" cy="26913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8" descr="Beetle Multi Color Style Icon Simple Stock Vector (Royalty Free) 1646500318  | Shutterstock">
                <a:extLst>
                  <a:ext uri="{FF2B5EF4-FFF2-40B4-BE49-F238E27FC236}">
                    <a16:creationId xmlns:a16="http://schemas.microsoft.com/office/drawing/2014/main" id="{299DE7CC-6BD2-34D2-420C-97C42C23CFC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517" t="24745" r="2534" b="54535"/>
              <a:stretch>
                <a:fillRect/>
              </a:stretch>
            </p:blipFill>
            <p:spPr bwMode="auto">
              <a:xfrm>
                <a:off x="2938167" y="4126780"/>
                <a:ext cx="226196" cy="240934"/>
              </a:xfrm>
              <a:prstGeom prst="rect">
                <a:avLst/>
              </a:prstGeom>
              <a:noFill/>
              <a:extLst>
                <a:ext uri="{909E8E84-426E-40DD-AFC4-6F175D3DCCD1}">
                  <a14:hiddenFill xmlns:a14="http://schemas.microsoft.com/office/drawing/2010/main">
                    <a:solidFill>
                      <a:srgbClr val="FFFFFF"/>
                    </a:solidFill>
                  </a14:hiddenFill>
                </a:ext>
              </a:extLst>
            </p:spPr>
          </p:pic>
        </p:grpSp>
        <p:sp>
          <p:nvSpPr>
            <p:cNvPr id="41" name="Oval 40">
              <a:extLst>
                <a:ext uri="{FF2B5EF4-FFF2-40B4-BE49-F238E27FC236}">
                  <a16:creationId xmlns:a16="http://schemas.microsoft.com/office/drawing/2014/main" id="{8AD5C648-3569-DAEC-ECCF-9309D2BDFF2A}"/>
                </a:ext>
              </a:extLst>
            </p:cNvPr>
            <p:cNvSpPr/>
            <p:nvPr/>
          </p:nvSpPr>
          <p:spPr>
            <a:xfrm>
              <a:off x="1767379" y="3965133"/>
              <a:ext cx="1167639" cy="485111"/>
            </a:xfrm>
            <a:prstGeom prst="ellipse">
              <a:avLst/>
            </a:prstGeom>
            <a:noFill/>
            <a:ln>
              <a:solidFill>
                <a:srgbClr val="D9D9D9">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707396A-48CA-632F-D30C-8DE6DA8B7B71}"/>
                </a:ext>
              </a:extLst>
            </p:cNvPr>
            <p:cNvSpPr/>
            <p:nvPr/>
          </p:nvSpPr>
          <p:spPr>
            <a:xfrm rot="20719849">
              <a:off x="2708443" y="4242683"/>
              <a:ext cx="1167639" cy="485111"/>
            </a:xfrm>
            <a:prstGeom prst="ellipse">
              <a:avLst/>
            </a:prstGeom>
            <a:noFill/>
            <a:ln>
              <a:solidFill>
                <a:srgbClr val="D9D9D9">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949B9718-E625-28D9-545D-025DFC56FF53}"/>
                </a:ext>
              </a:extLst>
            </p:cNvPr>
            <p:cNvGrpSpPr/>
            <p:nvPr/>
          </p:nvGrpSpPr>
          <p:grpSpPr>
            <a:xfrm>
              <a:off x="4240579" y="3665519"/>
              <a:ext cx="409126" cy="222417"/>
              <a:chOff x="4129500" y="3537938"/>
              <a:chExt cx="409126" cy="222417"/>
            </a:xfrm>
          </p:grpSpPr>
          <p:pic>
            <p:nvPicPr>
              <p:cNvPr id="25" name="Picture 8" descr="Beetle Multi Color Style Icon Simple Stock Vector (Royalty Free) 1646500318  | Shutterstock">
                <a:extLst>
                  <a:ext uri="{FF2B5EF4-FFF2-40B4-BE49-F238E27FC236}">
                    <a16:creationId xmlns:a16="http://schemas.microsoft.com/office/drawing/2014/main" id="{DF261104-50B7-7C51-F1A5-55C05271879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25" t="71380" r="77326" b="8720"/>
              <a:stretch>
                <a:fillRect/>
              </a:stretch>
            </p:blipFill>
            <p:spPr bwMode="auto">
              <a:xfrm>
                <a:off x="4129500" y="3546419"/>
                <a:ext cx="209128" cy="21393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Beetle Multi Color Style Icon Simple Stock Vector (Royalty Free) 1646500318  | Shutterstock">
                <a:extLst>
                  <a:ext uri="{FF2B5EF4-FFF2-40B4-BE49-F238E27FC236}">
                    <a16:creationId xmlns:a16="http://schemas.microsoft.com/office/drawing/2014/main" id="{860ACCB4-C2A7-1DBD-ED7B-F16B93A8FB6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704" t="1271" r="2347" b="78829"/>
              <a:stretch>
                <a:fillRect/>
              </a:stretch>
            </p:blipFill>
            <p:spPr bwMode="auto">
              <a:xfrm>
                <a:off x="4329498" y="3537938"/>
                <a:ext cx="209128" cy="213936"/>
              </a:xfrm>
              <a:prstGeom prst="rect">
                <a:avLst/>
              </a:prstGeom>
              <a:noFill/>
              <a:extLst>
                <a:ext uri="{909E8E84-426E-40DD-AFC4-6F175D3DCCD1}">
                  <a14:hiddenFill xmlns:a14="http://schemas.microsoft.com/office/drawing/2010/main">
                    <a:solidFill>
                      <a:srgbClr val="FFFFFF"/>
                    </a:solidFill>
                  </a14:hiddenFill>
                </a:ext>
              </a:extLst>
            </p:spPr>
          </p:pic>
        </p:grpSp>
        <p:sp>
          <p:nvSpPr>
            <p:cNvPr id="44" name="Oval 43">
              <a:extLst>
                <a:ext uri="{FF2B5EF4-FFF2-40B4-BE49-F238E27FC236}">
                  <a16:creationId xmlns:a16="http://schemas.microsoft.com/office/drawing/2014/main" id="{AE9440FD-2457-8733-3B97-2B8D60E73C70}"/>
                </a:ext>
              </a:extLst>
            </p:cNvPr>
            <p:cNvSpPr/>
            <p:nvPr/>
          </p:nvSpPr>
          <p:spPr>
            <a:xfrm>
              <a:off x="4110892" y="3595095"/>
              <a:ext cx="651027" cy="359362"/>
            </a:xfrm>
            <a:prstGeom prst="ellipse">
              <a:avLst/>
            </a:prstGeom>
            <a:noFill/>
            <a:ln>
              <a:solidFill>
                <a:srgbClr val="D9D9D9">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203BF13-BF22-6388-EB5D-03C595D8DF81}"/>
                </a:ext>
              </a:extLst>
            </p:cNvPr>
            <p:cNvSpPr/>
            <p:nvPr/>
          </p:nvSpPr>
          <p:spPr>
            <a:xfrm rot="20581749">
              <a:off x="4817272" y="3525890"/>
              <a:ext cx="651027" cy="359362"/>
            </a:xfrm>
            <a:prstGeom prst="ellipse">
              <a:avLst/>
            </a:prstGeom>
            <a:noFill/>
            <a:ln>
              <a:solidFill>
                <a:srgbClr val="D9D9D9">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29E5D6F1-9E78-ADF9-D0F1-7C74233066A3}"/>
                </a:ext>
              </a:extLst>
            </p:cNvPr>
            <p:cNvGrpSpPr/>
            <p:nvPr/>
          </p:nvGrpSpPr>
          <p:grpSpPr>
            <a:xfrm>
              <a:off x="4952980" y="4052117"/>
              <a:ext cx="426953" cy="311141"/>
              <a:chOff x="4730778" y="3995775"/>
              <a:chExt cx="426953" cy="311141"/>
            </a:xfrm>
          </p:grpSpPr>
          <p:pic>
            <p:nvPicPr>
              <p:cNvPr id="24" name="Picture 8" descr="Beetle Multi Color Style Icon Simple Stock Vector (Royalty Free) 1646500318  | Shutterstock">
                <a:extLst>
                  <a:ext uri="{FF2B5EF4-FFF2-40B4-BE49-F238E27FC236}">
                    <a16:creationId xmlns:a16="http://schemas.microsoft.com/office/drawing/2014/main" id="{89466BBA-F612-EA3B-4D50-C683FED3CD3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8489" t="46756" r="1394" b="30099"/>
              <a:stretch>
                <a:fillRect/>
              </a:stretch>
            </p:blipFill>
            <p:spPr bwMode="auto">
              <a:xfrm rot="1290337">
                <a:off x="4940510" y="4037783"/>
                <a:ext cx="217221" cy="26913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8" descr="Beetle Multi Color Style Icon Simple Stock Vector (Royalty Free) 1646500318  | Shutterstock">
                <a:extLst>
                  <a:ext uri="{FF2B5EF4-FFF2-40B4-BE49-F238E27FC236}">
                    <a16:creationId xmlns:a16="http://schemas.microsoft.com/office/drawing/2014/main" id="{15817BFC-ED2D-6177-C387-33A47C15652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704" t="1271" r="2347" b="78829"/>
              <a:stretch>
                <a:fillRect/>
              </a:stretch>
            </p:blipFill>
            <p:spPr bwMode="auto">
              <a:xfrm rot="1105421">
                <a:off x="4730778" y="3995775"/>
                <a:ext cx="209128" cy="213936"/>
              </a:xfrm>
              <a:prstGeom prst="rect">
                <a:avLst/>
              </a:prstGeom>
              <a:noFill/>
              <a:extLst>
                <a:ext uri="{909E8E84-426E-40DD-AFC4-6F175D3DCCD1}">
                  <a14:hiddenFill xmlns:a14="http://schemas.microsoft.com/office/drawing/2010/main">
                    <a:solidFill>
                      <a:srgbClr val="FFFFFF"/>
                    </a:solidFill>
                  </a14:hiddenFill>
                </a:ext>
              </a:extLst>
            </p:spPr>
          </p:pic>
        </p:grpSp>
        <p:sp>
          <p:nvSpPr>
            <p:cNvPr id="47" name="Oval 46">
              <a:extLst>
                <a:ext uri="{FF2B5EF4-FFF2-40B4-BE49-F238E27FC236}">
                  <a16:creationId xmlns:a16="http://schemas.microsoft.com/office/drawing/2014/main" id="{E443D63C-BA47-5995-B6F0-A6C9C0046639}"/>
                </a:ext>
              </a:extLst>
            </p:cNvPr>
            <p:cNvSpPr/>
            <p:nvPr/>
          </p:nvSpPr>
          <p:spPr>
            <a:xfrm rot="828452">
              <a:off x="4831197" y="4018584"/>
              <a:ext cx="651027" cy="359362"/>
            </a:xfrm>
            <a:prstGeom prst="ellipse">
              <a:avLst/>
            </a:prstGeom>
            <a:noFill/>
            <a:ln>
              <a:solidFill>
                <a:srgbClr val="D9D9D9">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E4FD2236-0227-9DA0-CC75-5ABACD9D1A4B}"/>
                </a:ext>
              </a:extLst>
            </p:cNvPr>
            <p:cNvGrpSpPr/>
            <p:nvPr/>
          </p:nvGrpSpPr>
          <p:grpSpPr>
            <a:xfrm>
              <a:off x="4153259" y="4028369"/>
              <a:ext cx="456373" cy="357089"/>
              <a:chOff x="4006519" y="3916449"/>
              <a:chExt cx="456373" cy="357089"/>
            </a:xfrm>
          </p:grpSpPr>
          <p:pic>
            <p:nvPicPr>
              <p:cNvPr id="23" name="Picture 8" descr="Beetle Multi Color Style Icon Simple Stock Vector (Royalty Free) 1646500318  | Shutterstock">
                <a:extLst>
                  <a:ext uri="{FF2B5EF4-FFF2-40B4-BE49-F238E27FC236}">
                    <a16:creationId xmlns:a16="http://schemas.microsoft.com/office/drawing/2014/main" id="{0C6A03F4-DDDA-0F08-18FF-A8C2AEB2365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415" t="68390" r="-1846" b="4347"/>
              <a:stretch>
                <a:fillRect/>
              </a:stretch>
            </p:blipFill>
            <p:spPr bwMode="auto">
              <a:xfrm rot="20559532">
                <a:off x="4188296" y="3916449"/>
                <a:ext cx="274596" cy="31701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8" descr="Beetle Multi Color Style Icon Simple Stock Vector (Royalty Free) 1646500318  | Shutterstock">
                <a:extLst>
                  <a:ext uri="{FF2B5EF4-FFF2-40B4-BE49-F238E27FC236}">
                    <a16:creationId xmlns:a16="http://schemas.microsoft.com/office/drawing/2014/main" id="{EDD4121B-84D9-6AEB-E151-A241F89F913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415" t="68390" r="-1846" b="4347"/>
              <a:stretch>
                <a:fillRect/>
              </a:stretch>
            </p:blipFill>
            <p:spPr bwMode="auto">
              <a:xfrm rot="20862571">
                <a:off x="4006519" y="3956519"/>
                <a:ext cx="274596" cy="317019"/>
              </a:xfrm>
              <a:prstGeom prst="rect">
                <a:avLst/>
              </a:prstGeom>
              <a:noFill/>
              <a:extLst>
                <a:ext uri="{909E8E84-426E-40DD-AFC4-6F175D3DCCD1}">
                  <a14:hiddenFill xmlns:a14="http://schemas.microsoft.com/office/drawing/2010/main">
                    <a:solidFill>
                      <a:srgbClr val="FFFFFF"/>
                    </a:solidFill>
                  </a14:hiddenFill>
                </a:ext>
              </a:extLst>
            </p:spPr>
          </p:pic>
        </p:grpSp>
        <p:sp>
          <p:nvSpPr>
            <p:cNvPr id="49" name="Oval 48">
              <a:extLst>
                <a:ext uri="{FF2B5EF4-FFF2-40B4-BE49-F238E27FC236}">
                  <a16:creationId xmlns:a16="http://schemas.microsoft.com/office/drawing/2014/main" id="{861B261A-CB85-9DF8-2BC6-D657219899A5}"/>
                </a:ext>
              </a:extLst>
            </p:cNvPr>
            <p:cNvSpPr/>
            <p:nvPr/>
          </p:nvSpPr>
          <p:spPr>
            <a:xfrm rot="21014214">
              <a:off x="4021344" y="4028007"/>
              <a:ext cx="651027" cy="359362"/>
            </a:xfrm>
            <a:prstGeom prst="ellipse">
              <a:avLst/>
            </a:prstGeom>
            <a:noFill/>
            <a:ln>
              <a:solidFill>
                <a:srgbClr val="D9D9D9">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B2A040C1-9D16-8893-1D19-B48CD4D409BF}"/>
                </a:ext>
              </a:extLst>
            </p:cNvPr>
            <p:cNvSpPr/>
            <p:nvPr/>
          </p:nvSpPr>
          <p:spPr>
            <a:xfrm rot="20581749">
              <a:off x="6161817" y="3426794"/>
              <a:ext cx="499768" cy="363202"/>
            </a:xfrm>
            <a:prstGeom prst="ellipse">
              <a:avLst/>
            </a:prstGeom>
            <a:noFill/>
            <a:ln>
              <a:solidFill>
                <a:srgbClr val="D9D9D9">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A1630C09-6EDE-DE4B-E341-A6382BCBCAF8}"/>
                </a:ext>
              </a:extLst>
            </p:cNvPr>
            <p:cNvSpPr/>
            <p:nvPr/>
          </p:nvSpPr>
          <p:spPr>
            <a:xfrm rot="20581749">
              <a:off x="5845864" y="3834945"/>
              <a:ext cx="499768" cy="363202"/>
            </a:xfrm>
            <a:prstGeom prst="ellipse">
              <a:avLst/>
            </a:prstGeom>
            <a:noFill/>
            <a:ln>
              <a:solidFill>
                <a:srgbClr val="D9D9D9">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437CE144-840A-071D-C284-E624674B1D93}"/>
                </a:ext>
              </a:extLst>
            </p:cNvPr>
            <p:cNvSpPr/>
            <p:nvPr/>
          </p:nvSpPr>
          <p:spPr>
            <a:xfrm rot="1214739">
              <a:off x="6492169" y="3762885"/>
              <a:ext cx="499768" cy="363202"/>
            </a:xfrm>
            <a:prstGeom prst="ellipse">
              <a:avLst/>
            </a:prstGeom>
            <a:noFill/>
            <a:ln>
              <a:solidFill>
                <a:srgbClr val="D9D9D9">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60" name="Picture 12" descr="Flat Grey Curved Arrow Pointing Downward Stock Vector (Royalty Free)  2626233051 | Shutterstock">
              <a:extLst>
                <a:ext uri="{FF2B5EF4-FFF2-40B4-BE49-F238E27FC236}">
                  <a16:creationId xmlns:a16="http://schemas.microsoft.com/office/drawing/2014/main" id="{4C7E6378-1DE7-9200-C760-E568D45FE0F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915" r="28192" b="14052"/>
            <a:stretch>
              <a:fillRect/>
            </a:stretch>
          </p:blipFill>
          <p:spPr bwMode="auto">
            <a:xfrm rot="14995427" flipH="1">
              <a:off x="3698453" y="4444522"/>
              <a:ext cx="192996" cy="769538"/>
            </a:xfrm>
            <a:prstGeom prst="rect">
              <a:avLst/>
            </a:prstGeom>
            <a:noFill/>
            <a:extLst>
              <a:ext uri="{909E8E84-426E-40DD-AFC4-6F175D3DCCD1}">
                <a14:hiddenFill xmlns:a14="http://schemas.microsoft.com/office/drawing/2010/main">
                  <a:solidFill>
                    <a:srgbClr val="FFFFFF"/>
                  </a:solidFill>
                </a14:hiddenFill>
              </a:ext>
            </a:extLst>
          </p:spPr>
        </p:pic>
        <p:pic>
          <p:nvPicPr>
            <p:cNvPr id="455" name="Picture 12" descr="Flat Grey Curved Arrow Pointing Downward Stock Vector (Royalty Free)  2626233051 | Shutterstock">
              <a:extLst>
                <a:ext uri="{FF2B5EF4-FFF2-40B4-BE49-F238E27FC236}">
                  <a16:creationId xmlns:a16="http://schemas.microsoft.com/office/drawing/2014/main" id="{7E06EC01-7866-1313-CB76-C5F560D82A5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915" r="28192" b="14052"/>
            <a:stretch>
              <a:fillRect/>
            </a:stretch>
          </p:blipFill>
          <p:spPr bwMode="auto">
            <a:xfrm rot="14995427" flipH="1">
              <a:off x="5566746" y="4142983"/>
              <a:ext cx="202900" cy="809030"/>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6878BA79-7A2B-8468-17EA-A14CD62B773B}"/>
            </a:ext>
          </a:extLst>
        </p:cNvPr>
        <p:cNvGrpSpPr/>
        <p:nvPr/>
      </p:nvGrpSpPr>
      <p:grpSpPr>
        <a:xfrm>
          <a:off x="0" y="0"/>
          <a:ext cx="0" cy="0"/>
          <a:chOff x="0" y="0"/>
          <a:chExt cx="0" cy="0"/>
        </a:xfrm>
      </p:grpSpPr>
      <p:sp>
        <p:nvSpPr>
          <p:cNvPr id="2" name="Google Shape;509;p47">
            <a:extLst>
              <a:ext uri="{FF2B5EF4-FFF2-40B4-BE49-F238E27FC236}">
                <a16:creationId xmlns:a16="http://schemas.microsoft.com/office/drawing/2014/main" id="{5ED61FBC-8DDB-2B54-438A-CB45F3F586DF}"/>
              </a:ext>
            </a:extLst>
          </p:cNvPr>
          <p:cNvSpPr txBox="1">
            <a:spLocks/>
          </p:cNvSpPr>
          <p:nvPr/>
        </p:nvSpPr>
        <p:spPr>
          <a:xfrm>
            <a:off x="1465231" y="202014"/>
            <a:ext cx="6213537" cy="11213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1pPr>
            <a:lvl2pPr marR="0" lvl="1"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2pPr>
            <a:lvl3pPr marR="0" lvl="2"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3pPr>
            <a:lvl4pPr marR="0" lvl="3"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4pPr>
            <a:lvl5pPr marR="0" lvl="4"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5pPr>
            <a:lvl6pPr marR="0" lvl="5"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6pPr>
            <a:lvl7pPr marR="0" lvl="6"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7pPr>
            <a:lvl8pPr marR="0" lvl="7"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8pPr>
            <a:lvl9pPr marR="0" lvl="8" algn="l" rtl="0">
              <a:lnSpc>
                <a:spcPct val="100000"/>
              </a:lnSpc>
              <a:spcBef>
                <a:spcPts val="0"/>
              </a:spcBef>
              <a:spcAft>
                <a:spcPts val="0"/>
              </a:spcAft>
              <a:buClr>
                <a:schemeClr val="dk1"/>
              </a:buClr>
              <a:buSzPts val="3000"/>
              <a:buFont typeface="Domine"/>
              <a:buNone/>
              <a:defRPr sz="3000" b="1" i="0" u="none" strike="noStrike" cap="none">
                <a:solidFill>
                  <a:schemeClr val="dk1"/>
                </a:solidFill>
                <a:latin typeface="Domine"/>
                <a:ea typeface="Domine"/>
                <a:cs typeface="Domine"/>
                <a:sym typeface="Domine"/>
              </a:defRPr>
            </a:lvl9pPr>
          </a:lstStyle>
          <a:p>
            <a:pPr algn="ctr"/>
            <a:r>
              <a:rPr lang="en-CA" sz="2400"/>
              <a:t>Which Mechanism(s) Shape Phylogenetic Community Structure?</a:t>
            </a:r>
            <a:endParaRPr lang="en-CA" sz="2400" dirty="0"/>
          </a:p>
        </p:txBody>
      </p:sp>
      <p:sp>
        <p:nvSpPr>
          <p:cNvPr id="5" name="Google Shape;520;p47">
            <a:extLst>
              <a:ext uri="{FF2B5EF4-FFF2-40B4-BE49-F238E27FC236}">
                <a16:creationId xmlns:a16="http://schemas.microsoft.com/office/drawing/2014/main" id="{71AF1114-5D81-F673-06BF-7D172BC8369B}"/>
              </a:ext>
            </a:extLst>
          </p:cNvPr>
          <p:cNvSpPr txBox="1">
            <a:spLocks/>
          </p:cNvSpPr>
          <p:nvPr/>
        </p:nvSpPr>
        <p:spPr>
          <a:xfrm>
            <a:off x="456014" y="1230797"/>
            <a:ext cx="8231972" cy="35320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1pPr>
            <a:lvl2pPr marL="914400" marR="0" lvl="1"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2pPr>
            <a:lvl3pPr marL="1371600" marR="0" lvl="2"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3pPr>
            <a:lvl4pPr marL="1828800" marR="0" lvl="3"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4pPr>
            <a:lvl5pPr marL="2286000" marR="0" lvl="4"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5pPr>
            <a:lvl6pPr marL="2743200" marR="0" lvl="5"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6pPr>
            <a:lvl7pPr marL="3200400" marR="0" lvl="6"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7pPr>
            <a:lvl8pPr marL="3657600" marR="0" lvl="7"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8pPr>
            <a:lvl9pPr marL="4114800" marR="0" lvl="8"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9pPr>
          </a:lstStyle>
          <a:p>
            <a:pPr marL="152400" indent="0">
              <a:buFont typeface="Figtree"/>
              <a:buNone/>
            </a:pPr>
            <a:r>
              <a:rPr lang="en-CA" sz="1100"/>
              <a:t>These results provide nuanced support for the three competing hypotheses posited for Carabidae community assembly along tropical elevation gradients. </a:t>
            </a:r>
          </a:p>
          <a:p>
            <a:pPr marL="152400" indent="0">
              <a:buFont typeface="Figtree"/>
              <a:buNone/>
            </a:pPr>
            <a:endParaRPr lang="en-CA" sz="1100"/>
          </a:p>
          <a:p>
            <a:pPr marL="152400" indent="0">
              <a:buFont typeface="Figtree"/>
              <a:buNone/>
            </a:pPr>
            <a:r>
              <a:rPr lang="en-CA" sz="1100"/>
              <a:t>For </a:t>
            </a:r>
            <a:r>
              <a:rPr lang="en-CA" sz="1100" b="1"/>
              <a:t>H1 (environmental filtering)</a:t>
            </a:r>
            <a:r>
              <a:rPr lang="en-CA" sz="1100"/>
              <a:t>, the low richness and diversity found at high elevations, coupled with the strong phylogenetic clustering suggests that environmental stressors produce fewer communities of more closely related species. This is consistent with the observed increase in NTI with elevation, in that higher elevations favour more-adapted lineages clustered by shared ecological tolerances.</a:t>
            </a:r>
          </a:p>
          <a:p>
            <a:pPr marL="152400" indent="0">
              <a:buFont typeface="Figtree"/>
              <a:buNone/>
            </a:pPr>
            <a:endParaRPr lang="en-CA" sz="1100"/>
          </a:p>
          <a:p>
            <a:pPr marL="152400" indent="0">
              <a:buFont typeface="Figtree"/>
              <a:buNone/>
            </a:pPr>
            <a:r>
              <a:rPr lang="en-CA" sz="1100"/>
              <a:t>For </a:t>
            </a:r>
            <a:r>
              <a:rPr lang="en-CA" sz="1100" b="1"/>
              <a:t>H2 (sky-island effects)</a:t>
            </a:r>
            <a:r>
              <a:rPr lang="en-CA" sz="1100"/>
              <a:t>, the dissimilar assemblages in the transition zone from mid to high elevations exhibits high turnover and can lead to spatial structure and divergence which supports the idea that somewhat isolated sites (“sky-islands”) can lead to distinct lineages.</a:t>
            </a:r>
          </a:p>
          <a:p>
            <a:pPr marL="152400" indent="0">
              <a:buFont typeface="Figtree"/>
              <a:buNone/>
            </a:pPr>
            <a:endParaRPr lang="en-CA" sz="1100"/>
          </a:p>
          <a:p>
            <a:pPr marL="152400" indent="0">
              <a:buFont typeface="Figtree"/>
              <a:buNone/>
            </a:pPr>
            <a:r>
              <a:rPr lang="en-CA" sz="1100"/>
              <a:t>For </a:t>
            </a:r>
            <a:r>
              <a:rPr lang="en-CA" sz="1100" b="1"/>
              <a:t>H3 (competition-driven overdispersion)</a:t>
            </a:r>
            <a:r>
              <a:rPr lang="en-CA" sz="1100"/>
              <a:t>, the low elevation communities are not strongly overdispersed despite the high alpha diversity and strong phylogenetic clustering as indicated by the positive NTI values suggesting competitive effects at low elevations are weak. </a:t>
            </a:r>
          </a:p>
          <a:p>
            <a:pPr marL="152400" indent="0">
              <a:buFont typeface="Figtree"/>
              <a:buNone/>
            </a:pPr>
            <a:endParaRPr lang="en-CA" sz="1100"/>
          </a:p>
          <a:p>
            <a:pPr marL="152400" indent="0">
              <a:buFont typeface="Figtree"/>
              <a:buNone/>
            </a:pPr>
            <a:r>
              <a:rPr lang="en-CA" sz="1100"/>
              <a:t>Overall, these findings suggest that </a:t>
            </a:r>
            <a:r>
              <a:rPr lang="en-CA" sz="1100" b="1"/>
              <a:t>multiple assembly processes act simultaneously along the elevation gradient</a:t>
            </a:r>
            <a:r>
              <a:rPr lang="en-CA" sz="1100"/>
              <a:t>: environmental filtering dominates at high elevations, isolation and turnover shape mid- to high-elevation communities, but biotic interactions are not the primary structuring process at low elevations.</a:t>
            </a:r>
            <a:endParaRPr lang="en-CA" sz="1100" dirty="0"/>
          </a:p>
        </p:txBody>
      </p:sp>
    </p:spTree>
    <p:extLst>
      <p:ext uri="{BB962C8B-B14F-4D97-AF65-F5344CB8AC3E}">
        <p14:creationId xmlns:p14="http://schemas.microsoft.com/office/powerpoint/2010/main" val="2033780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48"/>
          <p:cNvSpPr txBox="1">
            <a:spLocks noGrp="1"/>
          </p:cNvSpPr>
          <p:nvPr>
            <p:ph type="title"/>
          </p:nvPr>
        </p:nvSpPr>
        <p:spPr>
          <a:xfrm>
            <a:off x="720000" y="23033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Caveats &amp; Limitations</a:t>
            </a:r>
            <a:endParaRPr dirty="0"/>
          </a:p>
        </p:txBody>
      </p:sp>
      <p:sp>
        <p:nvSpPr>
          <p:cNvPr id="2" name="Google Shape;520;p47">
            <a:extLst>
              <a:ext uri="{FF2B5EF4-FFF2-40B4-BE49-F238E27FC236}">
                <a16:creationId xmlns:a16="http://schemas.microsoft.com/office/drawing/2014/main" id="{8232FC4A-A2BF-4BE5-A8D6-E294090EF02C}"/>
              </a:ext>
            </a:extLst>
          </p:cNvPr>
          <p:cNvSpPr txBox="1">
            <a:spLocks/>
          </p:cNvSpPr>
          <p:nvPr/>
        </p:nvSpPr>
        <p:spPr>
          <a:xfrm>
            <a:off x="527577" y="1222848"/>
            <a:ext cx="8231972" cy="333324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1pPr>
            <a:lvl2pPr marL="914400" marR="0" lvl="1"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2pPr>
            <a:lvl3pPr marL="1371600" marR="0" lvl="2"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3pPr>
            <a:lvl4pPr marL="1828800" marR="0" lvl="3"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4pPr>
            <a:lvl5pPr marL="2286000" marR="0" lvl="4"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5pPr>
            <a:lvl6pPr marL="2743200" marR="0" lvl="5"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6pPr>
            <a:lvl7pPr marL="3200400" marR="0" lvl="6"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7pPr>
            <a:lvl8pPr marL="3657600" marR="0" lvl="7"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8pPr>
            <a:lvl9pPr marL="4114800" marR="0" lvl="8"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9pPr>
          </a:lstStyle>
          <a:p>
            <a:pPr marL="152400" indent="0">
              <a:buFont typeface="Figtree"/>
              <a:buNone/>
            </a:pPr>
            <a:r>
              <a:rPr lang="en-CA" sz="1100" dirty="0"/>
              <a:t>While this study provides insights into phylogenetic community assembly patterns in ground beetles in tropical montane regions, there are several caveats that may have biased the findings.</a:t>
            </a:r>
          </a:p>
          <a:p>
            <a:pPr marL="152400" indent="0">
              <a:buFont typeface="Figtree"/>
              <a:buNone/>
            </a:pPr>
            <a:endParaRPr lang="en-CA" sz="1100" dirty="0"/>
          </a:p>
          <a:p>
            <a:pPr marL="152400" indent="0">
              <a:buFont typeface="Figtree"/>
              <a:buNone/>
            </a:pPr>
            <a:endParaRPr lang="en-CA" sz="1100" dirty="0"/>
          </a:p>
          <a:p>
            <a:pPr marL="152400" indent="0">
              <a:buNone/>
            </a:pPr>
            <a:r>
              <a:rPr lang="en-CA" sz="1100" dirty="0"/>
              <a:t>First, the relatively </a:t>
            </a:r>
            <a:r>
              <a:rPr lang="en-CA" sz="1100" b="1" dirty="0"/>
              <a:t>small breadth and depth of sampling size </a:t>
            </a:r>
            <a:r>
              <a:rPr lang="en-CA" sz="1100" dirty="0"/>
              <a:t>may limit the generalizability of the results and reduce the statistical power for detecting subtle patterns. More specifically, there was uneven or incomplete sampling coverage of across the full elevational gradient in that Carabidae specimens were only collected in 19 of the 30 possible intervals. Additionally, low or uneven number of sequences per elevation band can introduce noise to diversity measures or comparisons.</a:t>
            </a:r>
          </a:p>
          <a:p>
            <a:pPr marL="152400" indent="0">
              <a:buNone/>
            </a:pPr>
            <a:endParaRPr lang="en-CA" sz="1100" dirty="0"/>
          </a:p>
          <a:p>
            <a:pPr marL="152400" indent="0">
              <a:buNone/>
            </a:pPr>
            <a:endParaRPr lang="en-CA" sz="1100" dirty="0"/>
          </a:p>
          <a:p>
            <a:pPr marL="152400" indent="0">
              <a:buNone/>
            </a:pPr>
            <a:r>
              <a:rPr lang="en-CA" sz="1100" dirty="0"/>
              <a:t>Second, barcode-only phylogenies have </a:t>
            </a:r>
            <a:r>
              <a:rPr lang="en-CA" sz="1100" b="1" dirty="0"/>
              <a:t>limited reliability in resolving deep evolutionary relationships </a:t>
            </a:r>
            <a:r>
              <a:rPr lang="en-CA" sz="1100" dirty="0"/>
              <a:t>or higher-level relationships due to their high degree of saturation (Talavera et al., 2022). Furthermore, reconstructing a tree from a single mitochondrial locus may not capture hybridization, recombination, or complex evolutionary histories (Blanco-</a:t>
            </a:r>
            <a:r>
              <a:rPr lang="en-CA" sz="1100" dirty="0" err="1"/>
              <a:t>Bercial</a:t>
            </a:r>
            <a:r>
              <a:rPr lang="en-CA" sz="1100" dirty="0"/>
              <a:t> et al., 2014).</a:t>
            </a:r>
          </a:p>
          <a:p>
            <a:pPr marL="152400" indent="0">
              <a:buNone/>
            </a:pPr>
            <a:endParaRPr lang="en-CA" sz="1100" dirty="0"/>
          </a:p>
          <a:p>
            <a:pPr marL="152400" indent="0">
              <a:buNone/>
            </a:pPr>
            <a:r>
              <a:rPr lang="en-CA" sz="1100" dirty="0"/>
              <a:t>Finally, the BOLD database may be </a:t>
            </a:r>
            <a:r>
              <a:rPr lang="en-CA" sz="1100" b="1" dirty="0"/>
              <a:t>biased toward certain taxa or regions </a:t>
            </a:r>
            <a:r>
              <a:rPr lang="en-CA" sz="1100" dirty="0"/>
              <a:t>which could influence which lineages were included in the analysis and affect phylogenetic diversity and structure estimates. </a:t>
            </a:r>
          </a:p>
          <a:p>
            <a:pPr marL="152400" indent="0">
              <a:buNone/>
            </a:pPr>
            <a:endParaRPr lang="en-CA"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40" name="Google Shape;540;p49"/>
          <p:cNvSpPr txBox="1">
            <a:spLocks noGrp="1"/>
          </p:cNvSpPr>
          <p:nvPr>
            <p:ph type="title"/>
          </p:nvPr>
        </p:nvSpPr>
        <p:spPr>
          <a:xfrm>
            <a:off x="720000" y="36551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Future Directions </a:t>
            </a:r>
            <a:endParaRPr dirty="0"/>
          </a:p>
        </p:txBody>
      </p:sp>
      <p:sp>
        <p:nvSpPr>
          <p:cNvPr id="2" name="Google Shape;520;p47">
            <a:extLst>
              <a:ext uri="{FF2B5EF4-FFF2-40B4-BE49-F238E27FC236}">
                <a16:creationId xmlns:a16="http://schemas.microsoft.com/office/drawing/2014/main" id="{65ADBDA4-A3D6-1D05-9E3A-C79A535E912A}"/>
              </a:ext>
            </a:extLst>
          </p:cNvPr>
          <p:cNvSpPr txBox="1">
            <a:spLocks/>
          </p:cNvSpPr>
          <p:nvPr/>
        </p:nvSpPr>
        <p:spPr>
          <a:xfrm>
            <a:off x="602887" y="1296063"/>
            <a:ext cx="6235236" cy="338725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1pPr>
            <a:lvl2pPr marL="914400" marR="0" lvl="1"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2pPr>
            <a:lvl3pPr marL="1371600" marR="0" lvl="2"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3pPr>
            <a:lvl4pPr marL="1828800" marR="0" lvl="3"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4pPr>
            <a:lvl5pPr marL="2286000" marR="0" lvl="4"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5pPr>
            <a:lvl6pPr marL="2743200" marR="0" lvl="5"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6pPr>
            <a:lvl7pPr marL="3200400" marR="0" lvl="6"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7pPr>
            <a:lvl8pPr marL="3657600" marR="0" lvl="7"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8pPr>
            <a:lvl9pPr marL="4114800" marR="0" lvl="8"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9pPr>
          </a:lstStyle>
          <a:p>
            <a:pPr marL="152400" indent="0">
              <a:buFont typeface="Figtree"/>
              <a:buNone/>
            </a:pPr>
            <a:r>
              <a:rPr lang="en-CA" sz="1100" dirty="0"/>
              <a:t>To strengthen and extend this study, follow-up research with specific intentions and goals would be valuable. </a:t>
            </a:r>
          </a:p>
          <a:p>
            <a:pPr marL="152400" indent="0">
              <a:buFont typeface="Figtree"/>
              <a:buNone/>
            </a:pPr>
            <a:endParaRPr lang="en-CA" sz="1100" dirty="0"/>
          </a:p>
          <a:p>
            <a:pPr marL="381000" indent="-228600">
              <a:buFont typeface="+mj-lt"/>
              <a:buAutoNum type="arabicPeriod"/>
            </a:pPr>
            <a:r>
              <a:rPr lang="en-CA" sz="1100" dirty="0"/>
              <a:t> </a:t>
            </a:r>
            <a:r>
              <a:rPr lang="en-CA" sz="1100" b="1" dirty="0"/>
              <a:t>Increase sampling across the elevational gradient</a:t>
            </a:r>
            <a:r>
              <a:rPr lang="en-CA" sz="1100" dirty="0"/>
              <a:t>, particularly by filling missing bands and improving specimen representation per site to strengthen PD, NTI, and turnover estimates as Carabidae remain under-sampled in tropical montane ecosystems (Loureiro and Smith, 2025).</a:t>
            </a:r>
          </a:p>
          <a:p>
            <a:pPr marL="381000" indent="-228600">
              <a:buFont typeface="+mj-lt"/>
              <a:buAutoNum type="arabicPeriod"/>
            </a:pPr>
            <a:endParaRPr lang="en-CA" sz="1100" dirty="0"/>
          </a:p>
          <a:p>
            <a:pPr marL="381000" indent="-228600">
              <a:buFont typeface="+mj-lt"/>
              <a:buAutoNum type="arabicPeriod"/>
            </a:pPr>
            <a:r>
              <a:rPr lang="en-CA" sz="1100" dirty="0"/>
              <a:t> </a:t>
            </a:r>
            <a:r>
              <a:rPr lang="en-CA" sz="1100" b="1" dirty="0"/>
              <a:t>Build a more resolved phylogeny using </a:t>
            </a:r>
            <a:r>
              <a:rPr lang="en-CA" sz="1100" b="1" dirty="0" err="1"/>
              <a:t>multilocus</a:t>
            </a:r>
            <a:r>
              <a:rPr lang="en-CA" sz="1100" b="1" dirty="0"/>
              <a:t> or genomic data</a:t>
            </a:r>
            <a:r>
              <a:rPr lang="en-CA" sz="1100" dirty="0"/>
              <a:t>, reducing the limitations of COI-only trees for deeper branching to improve the accuracy of PD or </a:t>
            </a:r>
            <a:r>
              <a:rPr lang="en-CA" sz="1100" dirty="0" err="1"/>
              <a:t>UniFrac</a:t>
            </a:r>
            <a:r>
              <a:rPr lang="en-CA" sz="1100" dirty="0"/>
              <a:t> analyses (</a:t>
            </a:r>
            <a:r>
              <a:rPr lang="en-CA" sz="1100" dirty="0" err="1"/>
              <a:t>Pentinsaari</a:t>
            </a:r>
            <a:r>
              <a:rPr lang="en-CA" sz="1100" dirty="0"/>
              <a:t> et al., 2016).</a:t>
            </a:r>
          </a:p>
          <a:p>
            <a:pPr marL="381000" indent="-228600">
              <a:buFont typeface="+mj-lt"/>
              <a:buAutoNum type="arabicPeriod"/>
            </a:pPr>
            <a:endParaRPr lang="en-CA" sz="1100" dirty="0"/>
          </a:p>
          <a:p>
            <a:pPr marL="381000" indent="-228600">
              <a:buFont typeface="+mj-lt"/>
              <a:buAutoNum type="arabicPeriod"/>
            </a:pPr>
            <a:r>
              <a:rPr lang="en-CA" sz="1100" dirty="0"/>
              <a:t> </a:t>
            </a:r>
            <a:r>
              <a:rPr lang="en-CA" sz="1100" b="1" dirty="0"/>
              <a:t>Incorporate environmental variables and functional traits </a:t>
            </a:r>
            <a:r>
              <a:rPr lang="en-CA" sz="1100" dirty="0"/>
              <a:t>(e.g., temperature, habitat structure, morphology, thermal tolerance) to directly test mechanisms driving filtering vs. competition (Cadotte &amp; Tucker 2017).</a:t>
            </a:r>
          </a:p>
          <a:p>
            <a:pPr marL="381000" indent="-228600">
              <a:buFont typeface="+mj-lt"/>
              <a:buAutoNum type="arabicPeriod"/>
            </a:pPr>
            <a:endParaRPr lang="en-CA" sz="1100" dirty="0"/>
          </a:p>
          <a:p>
            <a:pPr marL="381000" indent="-228600">
              <a:buFont typeface="+mj-lt"/>
              <a:buAutoNum type="arabicPeriod"/>
            </a:pPr>
            <a:r>
              <a:rPr lang="en-CA" sz="1100" dirty="0"/>
              <a:t> </a:t>
            </a:r>
            <a:r>
              <a:rPr lang="en-CA" sz="1100" b="1" dirty="0"/>
              <a:t>Evaluate geographic isolation (“sky island”) effects</a:t>
            </a:r>
            <a:r>
              <a:rPr lang="en-CA" sz="1100" dirty="0"/>
              <a:t> with spatial analyses to explain the pronounced turnover and unique high-elevation lineages detected in this study.</a:t>
            </a:r>
          </a:p>
        </p:txBody>
      </p:sp>
      <p:pic>
        <p:nvPicPr>
          <p:cNvPr id="5124" name="Picture 4" descr="8+ Thousand Dna Magnifying Glass Royalty-Free Images, Stock Photos &amp;  Pictures | Shutterstock">
            <a:extLst>
              <a:ext uri="{FF2B5EF4-FFF2-40B4-BE49-F238E27FC236}">
                <a16:creationId xmlns:a16="http://schemas.microsoft.com/office/drawing/2014/main" id="{36CA5B72-43BA-6163-89C7-55B5694CACF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104" t="17158" r="18802" b="18954"/>
          <a:stretch>
            <a:fillRect/>
          </a:stretch>
        </p:blipFill>
        <p:spPr bwMode="auto">
          <a:xfrm>
            <a:off x="6951753" y="1812607"/>
            <a:ext cx="1823681" cy="21424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51"/>
          <p:cNvSpPr txBox="1">
            <a:spLocks noGrp="1"/>
          </p:cNvSpPr>
          <p:nvPr>
            <p:ph type="title"/>
          </p:nvPr>
        </p:nvSpPr>
        <p:spPr>
          <a:xfrm>
            <a:off x="576877" y="287607"/>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Reflection</a:t>
            </a:r>
            <a:endParaRPr dirty="0"/>
          </a:p>
        </p:txBody>
      </p:sp>
      <p:sp>
        <p:nvSpPr>
          <p:cNvPr id="2" name="Google Shape;1446;p55">
            <a:extLst>
              <a:ext uri="{FF2B5EF4-FFF2-40B4-BE49-F238E27FC236}">
                <a16:creationId xmlns:a16="http://schemas.microsoft.com/office/drawing/2014/main" id="{70C62C68-98F3-6C3C-EDAD-96FCB90B0C81}"/>
              </a:ext>
            </a:extLst>
          </p:cNvPr>
          <p:cNvSpPr txBox="1">
            <a:spLocks/>
          </p:cNvSpPr>
          <p:nvPr/>
        </p:nvSpPr>
        <p:spPr>
          <a:xfrm>
            <a:off x="720000" y="1122425"/>
            <a:ext cx="7704000" cy="2419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CA" dirty="0"/>
          </a:p>
        </p:txBody>
      </p:sp>
      <p:sp>
        <p:nvSpPr>
          <p:cNvPr id="3" name="Google Shape;520;p47">
            <a:extLst>
              <a:ext uri="{FF2B5EF4-FFF2-40B4-BE49-F238E27FC236}">
                <a16:creationId xmlns:a16="http://schemas.microsoft.com/office/drawing/2014/main" id="{B53AD806-994A-11F4-2179-85FE9A0D496A}"/>
              </a:ext>
            </a:extLst>
          </p:cNvPr>
          <p:cNvSpPr txBox="1">
            <a:spLocks/>
          </p:cNvSpPr>
          <p:nvPr/>
        </p:nvSpPr>
        <p:spPr>
          <a:xfrm>
            <a:off x="920567" y="1122425"/>
            <a:ext cx="7102300" cy="36178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1pPr>
            <a:lvl2pPr marL="914400" marR="0" lvl="1"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2pPr>
            <a:lvl3pPr marL="1371600" marR="0" lvl="2"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3pPr>
            <a:lvl4pPr marL="1828800" marR="0" lvl="3"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4pPr>
            <a:lvl5pPr marL="2286000" marR="0" lvl="4"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5pPr>
            <a:lvl6pPr marL="2743200" marR="0" lvl="5"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6pPr>
            <a:lvl7pPr marL="3200400" marR="0" lvl="6"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7pPr>
            <a:lvl8pPr marL="3657600" marR="0" lvl="7"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8pPr>
            <a:lvl9pPr marL="4114800" marR="0" lvl="8"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9pPr>
          </a:lstStyle>
          <a:p>
            <a:pPr marL="152400" indent="0">
              <a:buFont typeface="Figtree"/>
              <a:buNone/>
            </a:pPr>
            <a:r>
              <a:rPr lang="en-CA" sz="1400" dirty="0"/>
              <a:t>Completing this project has afforded me with the opportunity to explore and integrate new phylogenetic and ecological research surrounding my fundamental interests and experience in DNA barcoding and insect biodiversity. Between this project and the entire course, I have significantly strengthened my programmatic skills in R for efficient data preparation, advanced statistical analyses and informative visualizations. I have also gained experience utilizing other tools like MEGA to conduct sophisticated cross-platform research projects. </a:t>
            </a:r>
          </a:p>
          <a:p>
            <a:pPr marL="152400" indent="0">
              <a:buFont typeface="Figtree"/>
              <a:buNone/>
            </a:pPr>
            <a:endParaRPr lang="en-CA" sz="1400" dirty="0"/>
          </a:p>
          <a:p>
            <a:pPr marL="152400" indent="0">
              <a:buFont typeface="Figtree"/>
              <a:buNone/>
            </a:pPr>
            <a:endParaRPr lang="en-CA" sz="1400" dirty="0"/>
          </a:p>
          <a:p>
            <a:pPr marL="152400" indent="0">
              <a:buFont typeface="Figtree"/>
              <a:buNone/>
            </a:pPr>
            <a:r>
              <a:rPr lang="en-CA" sz="1400" dirty="0"/>
              <a:t>Moving forward, I aim to further develop my computational and statistical skills to test novel ecological hypotheses and refine my ability to effectively communicate complex results. Furthermore, I will continue to take careful consideration of data organization and quality control to achieve robust results. Lastly, I will not underestimate the importance of time management and adaptability in research planning as challenges will inevitably arise. </a:t>
            </a:r>
          </a:p>
          <a:p>
            <a:pPr marL="152400" indent="0">
              <a:buFont typeface="Figtree"/>
              <a:buNone/>
            </a:pPr>
            <a:endParaRPr lang="en-CA" sz="1400" dirty="0"/>
          </a:p>
          <a:p>
            <a:pPr marL="152400" indent="0">
              <a:buFont typeface="Figtree"/>
              <a:buNone/>
            </a:pPr>
            <a:r>
              <a:rPr lang="en-CA" sz="1400" dirty="0"/>
              <a:t> </a:t>
            </a:r>
          </a:p>
          <a:p>
            <a:pPr marL="152400" indent="0">
              <a:buFont typeface="Figtree"/>
              <a:buNone/>
            </a:pPr>
            <a:endParaRPr lang="en-CA" sz="1400" dirty="0"/>
          </a:p>
          <a:p>
            <a:pPr marL="152400" indent="0">
              <a:buFont typeface="Figtree"/>
              <a:buNone/>
            </a:pPr>
            <a:endParaRPr lang="en-CA"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9" name="Google Shape;629;p52"/>
          <p:cNvSpPr txBox="1">
            <a:spLocks noGrp="1"/>
          </p:cNvSpPr>
          <p:nvPr>
            <p:ph type="title"/>
          </p:nvPr>
        </p:nvSpPr>
        <p:spPr>
          <a:xfrm>
            <a:off x="720000" y="309853"/>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Acknowledgements</a:t>
            </a:r>
            <a:endParaRPr dirty="0"/>
          </a:p>
        </p:txBody>
      </p:sp>
      <p:sp>
        <p:nvSpPr>
          <p:cNvPr id="2" name="Google Shape;520;p47">
            <a:extLst>
              <a:ext uri="{FF2B5EF4-FFF2-40B4-BE49-F238E27FC236}">
                <a16:creationId xmlns:a16="http://schemas.microsoft.com/office/drawing/2014/main" id="{FD86C63A-1889-2BF7-CAC5-1A5F49D46A2F}"/>
              </a:ext>
            </a:extLst>
          </p:cNvPr>
          <p:cNvSpPr txBox="1">
            <a:spLocks/>
          </p:cNvSpPr>
          <p:nvPr/>
        </p:nvSpPr>
        <p:spPr>
          <a:xfrm>
            <a:off x="852574" y="969024"/>
            <a:ext cx="7571426" cy="39202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1pPr>
            <a:lvl2pPr marL="914400" marR="0" lvl="1"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2pPr>
            <a:lvl3pPr marL="1371600" marR="0" lvl="2"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3pPr>
            <a:lvl4pPr marL="1828800" marR="0" lvl="3"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4pPr>
            <a:lvl5pPr marL="2286000" marR="0" lvl="4"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5pPr>
            <a:lvl6pPr marL="2743200" marR="0" lvl="5"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6pPr>
            <a:lvl7pPr marL="3200400" marR="0" lvl="6"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7pPr>
            <a:lvl8pPr marL="3657600" marR="0" lvl="7"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8pPr>
            <a:lvl9pPr marL="4114800" marR="0" lvl="8" indent="-304800" algn="l" rtl="0">
              <a:lnSpc>
                <a:spcPct val="100000"/>
              </a:lnSpc>
              <a:spcBef>
                <a:spcPts val="0"/>
              </a:spcBef>
              <a:spcAft>
                <a:spcPts val="0"/>
              </a:spcAft>
              <a:buClr>
                <a:schemeClr val="dk1"/>
              </a:buClr>
              <a:buSzPts val="1200"/>
              <a:buFont typeface="Figtree"/>
              <a:buChar char="■"/>
              <a:defRPr sz="1200" b="0" i="0" u="none" strike="noStrike" cap="none">
                <a:solidFill>
                  <a:schemeClr val="dk1"/>
                </a:solidFill>
                <a:latin typeface="Figtree"/>
                <a:ea typeface="Figtree"/>
                <a:cs typeface="Figtree"/>
                <a:sym typeface="Figtree"/>
              </a:defRPr>
            </a:lvl9pPr>
          </a:lstStyle>
          <a:p>
            <a:pPr marL="152400" indent="0">
              <a:buFont typeface="Figtree"/>
              <a:buNone/>
            </a:pPr>
            <a:r>
              <a:rPr lang="en-CA" sz="1400" dirty="0"/>
              <a:t>I would like to extend thanks to Alex Smith and Thanuja Fernando for providing me with critical feedback and insights on resolving deep phylogenetic relationships and the limitations of COI-based tree reconstruction. Their comments highlighted the importance of tree-rooting decisions and subsequent phylogenetic community structure inferences. </a:t>
            </a:r>
          </a:p>
          <a:p>
            <a:pPr marL="152400" indent="0">
              <a:buFont typeface="Figtree"/>
              <a:buNone/>
            </a:pPr>
            <a:endParaRPr lang="en-CA" sz="1400" dirty="0"/>
          </a:p>
          <a:p>
            <a:pPr marL="152400" indent="0">
              <a:buFont typeface="Figtree"/>
              <a:buNone/>
            </a:pPr>
            <a:r>
              <a:rPr lang="en-CA" sz="1400" dirty="0"/>
              <a:t>I would also like to thank Ramya Manjunath for giving me tips on how to improve R code efficiency through the use of </a:t>
            </a:r>
            <a:r>
              <a:rPr lang="en-CA" sz="1400" dirty="0" err="1"/>
              <a:t>lapply</a:t>
            </a:r>
            <a:r>
              <a:rPr lang="en-CA" sz="1400" dirty="0"/>
              <a:t> vectorizations. </a:t>
            </a:r>
          </a:p>
          <a:p>
            <a:pPr marL="152400" indent="0">
              <a:buFont typeface="Figtree"/>
              <a:buNone/>
            </a:pPr>
            <a:endParaRPr lang="en-CA" sz="1400" dirty="0"/>
          </a:p>
          <a:p>
            <a:pPr marL="152400" indent="0">
              <a:buNone/>
            </a:pPr>
            <a:r>
              <a:rPr lang="en-CA" sz="1400" dirty="0"/>
              <a:t>Finally, I would like to sincerely thank Farah Sadoon for her guidance and support throughout this project. Her insights on analysis tools and methodological choices were invaluable in helping me develop a robust and reliable workflow. Additionally, her expertise in creating visually appealing and creative presentations was tremendously helpful. </a:t>
            </a:r>
          </a:p>
          <a:p>
            <a:pPr marL="152400" indent="0">
              <a:buFont typeface="Figtree"/>
              <a:buNone/>
            </a:pPr>
            <a:endParaRPr lang="en-CA" sz="1400" dirty="0"/>
          </a:p>
          <a:p>
            <a:pPr marL="152400" indent="0">
              <a:buFont typeface="Figtree"/>
              <a:buNone/>
            </a:pPr>
            <a:r>
              <a:rPr lang="en-CA" sz="1400" dirty="0"/>
              <a:t>Resources: </a:t>
            </a:r>
          </a:p>
          <a:p>
            <a:pPr marL="152400" indent="0">
              <a:buNone/>
            </a:pPr>
            <a:r>
              <a:rPr lang="en-CA" sz="1100" dirty="0">
                <a:hlinkClick r:id="rId3"/>
              </a:rPr>
              <a:t>https://iqtree.github.io/doc/Tutorial</a:t>
            </a:r>
            <a:endParaRPr lang="en-CA" sz="1100" dirty="0"/>
          </a:p>
          <a:p>
            <a:pPr marL="152400" indent="0">
              <a:buNone/>
            </a:pPr>
            <a:r>
              <a:rPr lang="en-CA" sz="1100" dirty="0">
                <a:hlinkClick r:id="rId4"/>
              </a:rPr>
              <a:t>https://www.rdocumentation.org/packages/phylotools/versions/0.2.2</a:t>
            </a:r>
            <a:endParaRPr lang="en-CA" sz="1100" dirty="0"/>
          </a:p>
          <a:p>
            <a:pPr marL="152400" indent="0">
              <a:buNone/>
            </a:pPr>
            <a:r>
              <a:rPr lang="en-CA" sz="1100" dirty="0">
                <a:hlinkClick r:id="rId5"/>
              </a:rPr>
              <a:t>https://www.rdocumentation.org/packages/phytools/versions/2.5-2</a:t>
            </a:r>
            <a:endParaRPr lang="en-CA" sz="1100" dirty="0"/>
          </a:p>
          <a:p>
            <a:pPr marL="152400" indent="0">
              <a:buNone/>
            </a:pPr>
            <a:r>
              <a:rPr lang="en-CA" sz="1100" dirty="0">
                <a:hlinkClick r:id="rId6"/>
              </a:rPr>
              <a:t>https://pedrohbraga.github.io/CommunityPhylogenetics-Workshop/CommunityPhylogenetics-Workshop.html</a:t>
            </a:r>
            <a:endParaRPr lang="en-CA" sz="1100" dirty="0"/>
          </a:p>
          <a:p>
            <a:pPr marL="152400" indent="0">
              <a:buNone/>
            </a:pPr>
            <a:endParaRPr lang="en-CA" sz="1100" dirty="0"/>
          </a:p>
          <a:p>
            <a:pPr marL="152400" indent="0">
              <a:buNone/>
            </a:pPr>
            <a:endParaRPr lang="en-CA" sz="1100" dirty="0"/>
          </a:p>
          <a:p>
            <a:pPr marL="152400" indent="0">
              <a:buNone/>
            </a:pPr>
            <a:endParaRPr lang="en-CA" sz="1100" dirty="0"/>
          </a:p>
          <a:p>
            <a:pPr marL="152400" indent="0">
              <a:buFont typeface="Figtree"/>
              <a:buNone/>
            </a:pPr>
            <a:endParaRPr lang="en-CA" sz="1400" dirty="0"/>
          </a:p>
          <a:p>
            <a:pPr marL="152400" indent="0">
              <a:buFont typeface="Figtree"/>
              <a:buNone/>
            </a:pPr>
            <a:r>
              <a:rPr lang="en-CA" sz="1400" dirty="0"/>
              <a:t>  </a:t>
            </a:r>
          </a:p>
          <a:p>
            <a:pPr marL="152400" indent="0">
              <a:buFont typeface="Figtree"/>
              <a:buNone/>
            </a:pPr>
            <a:endParaRPr lang="en-CA" sz="1400" dirty="0"/>
          </a:p>
          <a:p>
            <a:pPr marL="152400" indent="0">
              <a:buFont typeface="Figtree"/>
              <a:buNone/>
            </a:pPr>
            <a:r>
              <a:rPr lang="en-CA" sz="1400" dirty="0"/>
              <a:t> </a:t>
            </a:r>
          </a:p>
          <a:p>
            <a:pPr marL="152400" indent="0">
              <a:buFont typeface="Figtree"/>
              <a:buNone/>
            </a:pPr>
            <a:endParaRPr lang="en-CA" sz="1400" dirty="0"/>
          </a:p>
          <a:p>
            <a:pPr marL="152400" indent="0">
              <a:buFont typeface="Figtree"/>
              <a:buNone/>
            </a:pPr>
            <a:endParaRPr lang="en-CA"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44"/>
        <p:cNvGrpSpPr/>
        <p:nvPr/>
      </p:nvGrpSpPr>
      <p:grpSpPr>
        <a:xfrm>
          <a:off x="0" y="0"/>
          <a:ext cx="0" cy="0"/>
          <a:chOff x="0" y="0"/>
          <a:chExt cx="0" cy="0"/>
        </a:xfrm>
      </p:grpSpPr>
      <p:sp>
        <p:nvSpPr>
          <p:cNvPr id="1445" name="Google Shape;1445;p5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References</a:t>
            </a:r>
            <a:endParaRPr dirty="0"/>
          </a:p>
        </p:txBody>
      </p:sp>
      <p:sp>
        <p:nvSpPr>
          <p:cNvPr id="1446" name="Google Shape;1446;p55"/>
          <p:cNvSpPr txBox="1">
            <a:spLocks noGrp="1"/>
          </p:cNvSpPr>
          <p:nvPr>
            <p:ph type="body" idx="1"/>
          </p:nvPr>
        </p:nvSpPr>
        <p:spPr>
          <a:xfrm>
            <a:off x="1009814" y="1017725"/>
            <a:ext cx="7414186" cy="3870994"/>
          </a:xfrm>
          <a:prstGeom prst="rect">
            <a:avLst/>
          </a:prstGeom>
        </p:spPr>
        <p:txBody>
          <a:bodyPr spcFirstLastPara="1" wrap="square" lIns="91425" tIns="91425" rIns="91425" bIns="91425" anchor="t" anchorCtr="0">
            <a:noAutofit/>
          </a:bodyPr>
          <a:lstStyle/>
          <a:p>
            <a:pPr marL="152400" indent="-457200">
              <a:spcAft>
                <a:spcPts val="50"/>
              </a:spcAft>
              <a:buNone/>
            </a:pPr>
            <a:r>
              <a:rPr lang="en-CA" sz="1100" dirty="0"/>
              <a:t>Blanco-</a:t>
            </a:r>
            <a:r>
              <a:rPr lang="en-CA" sz="1100" dirty="0" err="1"/>
              <a:t>Bercial</a:t>
            </a:r>
            <a:r>
              <a:rPr lang="en-CA" sz="1100" dirty="0"/>
              <a:t>, L., Cornils, A., Copley, N. J., &amp; Bucklin, A. (2014). DNA Barcoding of Marine Copepods: Assessment of Analytical Approaches to Species Identification. </a:t>
            </a:r>
            <a:r>
              <a:rPr lang="en-CA" sz="1100" i="1" dirty="0"/>
              <a:t>PLOS Currents Tree of Life,</a:t>
            </a:r>
            <a:r>
              <a:rPr lang="en-CA" sz="1100" dirty="0"/>
              <a:t> </a:t>
            </a:r>
            <a:r>
              <a:rPr lang="en-CA" sz="1100" dirty="0">
                <a:hlinkClick r:id="rId3"/>
              </a:rPr>
              <a:t>https://doi.org/10.1371/currents.tol.cdf8b74881f87e3b01d56b43791626d2</a:t>
            </a:r>
            <a:endParaRPr lang="en-CA" sz="1100" dirty="0"/>
          </a:p>
          <a:p>
            <a:pPr marL="152400" indent="-457200">
              <a:spcAft>
                <a:spcPts val="50"/>
              </a:spcAft>
              <a:buNone/>
            </a:pPr>
            <a:r>
              <a:rPr lang="en-CA" sz="1100" dirty="0"/>
              <a:t>Cadotte, M. W., &amp; Tucker, C. M. (2017). Should Environmental Filtering be Abandoned?. </a:t>
            </a:r>
            <a:r>
              <a:rPr lang="en-CA" sz="1100" i="1" dirty="0"/>
              <a:t>Trends in ecology &amp; evolution</a:t>
            </a:r>
            <a:r>
              <a:rPr lang="en-CA" sz="1100" dirty="0"/>
              <a:t>, </a:t>
            </a:r>
            <a:r>
              <a:rPr lang="en-CA" sz="1100" i="1" dirty="0"/>
              <a:t>32</a:t>
            </a:r>
            <a:r>
              <a:rPr lang="en-CA" sz="1100" dirty="0"/>
              <a:t>(6), 429–437. </a:t>
            </a:r>
            <a:r>
              <a:rPr lang="en-CA" sz="1100" dirty="0">
                <a:hlinkClick r:id="rId4"/>
              </a:rPr>
              <a:t>https://doi.org/10.1016/j.tree.2017.03.004</a:t>
            </a:r>
            <a:endParaRPr lang="en-CA" sz="1100" dirty="0"/>
          </a:p>
          <a:p>
            <a:pPr marL="152400" indent="-457200">
              <a:spcAft>
                <a:spcPts val="50"/>
              </a:spcAft>
              <a:buNone/>
            </a:pPr>
            <a:r>
              <a:rPr lang="en-CA" sz="1100" dirty="0"/>
              <a:t>Dolson, S. J., Loewen, E., Jones, K., Jacobs, S. R., Solis, A., Hallwachs, W., Brunke, A. J., Janzen, D. H., &amp; Smith, A. (2021). Diversity and phylogenetic community structure across elevation during climate change in a family of </a:t>
            </a:r>
            <a:r>
              <a:rPr lang="en-CA" sz="1100" dirty="0" err="1"/>
              <a:t>hyperdiverse</a:t>
            </a:r>
            <a:r>
              <a:rPr lang="en-CA" sz="1100" dirty="0"/>
              <a:t> neotropical beetles (Staphylinidae). </a:t>
            </a:r>
            <a:r>
              <a:rPr lang="en-CA" sz="1100" dirty="0" err="1"/>
              <a:t>Ecography</a:t>
            </a:r>
            <a:r>
              <a:rPr lang="en-CA" sz="1100" dirty="0"/>
              <a:t>, 44(5), 740-752. </a:t>
            </a:r>
            <a:r>
              <a:rPr lang="en-CA" sz="1100" dirty="0">
                <a:hlinkClick r:id="rId5"/>
              </a:rPr>
              <a:t>https://doi.org/10.1111/ecog.05427</a:t>
            </a:r>
            <a:br>
              <a:rPr lang="en-CA" sz="1100" dirty="0"/>
            </a:br>
            <a:r>
              <a:rPr lang="en-CA" sz="1100" dirty="0" err="1"/>
              <a:t>Hoiss</a:t>
            </a:r>
            <a:r>
              <a:rPr lang="en-CA" sz="1100" dirty="0"/>
              <a:t>, B., Krauss, J., Potts, S. G., Roberts, S., &amp; Steffan-</a:t>
            </a:r>
            <a:r>
              <a:rPr lang="en-CA" sz="1100" dirty="0" err="1"/>
              <a:t>Dewenter</a:t>
            </a:r>
            <a:r>
              <a:rPr lang="en-CA" sz="1100" dirty="0"/>
              <a:t>, I. (2012). Altitude acts as an environmental filter on phylogenetic composition, traits and diversity in bee communities. </a:t>
            </a:r>
            <a:r>
              <a:rPr lang="en-CA" sz="1100" i="1" dirty="0"/>
              <a:t>Proceedings. Biological sciences</a:t>
            </a:r>
            <a:r>
              <a:rPr lang="en-CA" sz="1100" dirty="0"/>
              <a:t>, </a:t>
            </a:r>
            <a:r>
              <a:rPr lang="en-CA" sz="1100" i="1" dirty="0"/>
              <a:t>279</a:t>
            </a:r>
            <a:r>
              <a:rPr lang="en-CA" sz="1100" dirty="0"/>
              <a:t>(1746), 4447–4456. </a:t>
            </a:r>
            <a:r>
              <a:rPr lang="en-CA" sz="1100" dirty="0">
                <a:hlinkClick r:id="rId6"/>
              </a:rPr>
              <a:t>https://doi.org/10.1098/rspb.2012.1581</a:t>
            </a:r>
            <a:endParaRPr lang="en-CA" sz="1100" dirty="0"/>
          </a:p>
          <a:p>
            <a:pPr marL="152400" indent="-457200">
              <a:spcAft>
                <a:spcPts val="50"/>
              </a:spcAft>
              <a:buNone/>
            </a:pPr>
            <a:r>
              <a:rPr lang="en-CA" sz="1100" dirty="0"/>
              <a:t>Loureiro, A. M. M. C., &amp; Smith, A. (2025). No evidence of a common pattern of taxon or phylogenetic diversity across elevation for beetle (Coleoptera) families. </a:t>
            </a:r>
            <a:r>
              <a:rPr lang="en-CA" sz="1100" i="1" dirty="0"/>
              <a:t>Ecological </a:t>
            </a:r>
            <a:r>
              <a:rPr lang="en-CA" sz="1100" i="1" dirty="0" err="1"/>
              <a:t>Entomolgy</a:t>
            </a:r>
            <a:r>
              <a:rPr lang="en-CA" sz="1100" dirty="0"/>
              <a:t>, </a:t>
            </a:r>
            <a:r>
              <a:rPr lang="en-CA" sz="1100" i="1" dirty="0"/>
              <a:t>50</a:t>
            </a:r>
            <a:r>
              <a:rPr lang="en-CA" sz="1100" dirty="0"/>
              <a:t>(4), 595-608. </a:t>
            </a:r>
            <a:r>
              <a:rPr lang="en-CA" sz="1100" dirty="0">
                <a:hlinkClick r:id="rId7"/>
              </a:rPr>
              <a:t>https://doi.org/10.1111/een.13447</a:t>
            </a:r>
            <a:endParaRPr lang="en-CA" sz="1100" dirty="0"/>
          </a:p>
          <a:p>
            <a:pPr marL="152400" indent="-457200">
              <a:spcAft>
                <a:spcPts val="50"/>
              </a:spcAft>
              <a:buNone/>
            </a:pPr>
            <a:r>
              <a:rPr lang="en-CA" sz="1100" dirty="0"/>
              <a:t>Montaño‐Centellas, F. A., &amp; Loiselle, B. A. (2021). Ecological drivers of avian community assembly along a tropical elevation gradient. </a:t>
            </a:r>
            <a:r>
              <a:rPr lang="en-CA" sz="1100" i="1" dirty="0" err="1"/>
              <a:t>Ecography</a:t>
            </a:r>
            <a:r>
              <a:rPr lang="en-CA" sz="1100" dirty="0"/>
              <a:t>, </a:t>
            </a:r>
            <a:r>
              <a:rPr lang="en-CA" sz="1100" i="1" dirty="0"/>
              <a:t>44</a:t>
            </a:r>
            <a:r>
              <a:rPr lang="en-CA" sz="1100" dirty="0"/>
              <a:t>(4), 574-588. </a:t>
            </a:r>
            <a:r>
              <a:rPr lang="en-CA" sz="1100" dirty="0">
                <a:hlinkClick r:id="rId8"/>
              </a:rPr>
              <a:t>https://doi.org/10.1111/ecog.05379</a:t>
            </a:r>
            <a:endParaRPr lang="en-CA" sz="1100" dirty="0"/>
          </a:p>
          <a:p>
            <a:pPr marL="152400" indent="-457200">
              <a:spcAft>
                <a:spcPts val="50"/>
              </a:spcAft>
              <a:buNone/>
            </a:pPr>
            <a:r>
              <a:rPr lang="en-CA" sz="1100" dirty="0" err="1"/>
              <a:t>Pentinsaari</a:t>
            </a:r>
            <a:r>
              <a:rPr lang="en-CA" sz="1100" dirty="0"/>
              <a:t>, M., Salmela, H., Mutanen, M., &amp; Roslin, T. (2016). Molecular evolution of a widely-adopted taxonomic marker (COI) across the animal tree of life. </a:t>
            </a:r>
            <a:r>
              <a:rPr lang="en-CA" sz="1100" i="1" dirty="0"/>
              <a:t>Sci Rep</a:t>
            </a:r>
            <a:r>
              <a:rPr lang="en-CA" sz="1100" dirty="0"/>
              <a:t> 6, 35275. </a:t>
            </a:r>
            <a:r>
              <a:rPr lang="en-CA" sz="1100" dirty="0">
                <a:hlinkClick r:id="rId9"/>
              </a:rPr>
              <a:t>https://doi.org/10.1038/srep35275</a:t>
            </a:r>
            <a:endParaRPr lang="en-CA" sz="1100" dirty="0"/>
          </a:p>
          <a:p>
            <a:pPr marL="152400" indent="-457200">
              <a:spcAft>
                <a:spcPts val="50"/>
              </a:spcAft>
              <a:buNone/>
            </a:pPr>
            <a:r>
              <a:rPr lang="en-CA" sz="1100" dirty="0"/>
              <a:t>Talavera, G., </a:t>
            </a:r>
            <a:r>
              <a:rPr lang="en-CA" sz="1100" dirty="0" err="1"/>
              <a:t>Lukhtanov</a:t>
            </a:r>
            <a:r>
              <a:rPr lang="en-CA" sz="1100" dirty="0"/>
              <a:t>, V., Pierce, N. E., &amp; Vila, R. (2022). DNA Barcodes Combined with </a:t>
            </a:r>
            <a:r>
              <a:rPr lang="en-CA" sz="1100" dirty="0" err="1"/>
              <a:t>Multilocus</a:t>
            </a:r>
            <a:r>
              <a:rPr lang="en-CA" sz="1100" dirty="0"/>
              <a:t> Data of Representative Taxa Can Generate Reliable Higher-Level Phylogenies. </a:t>
            </a:r>
            <a:r>
              <a:rPr lang="en-CA" sz="1100" i="1" dirty="0"/>
              <a:t>Systematic biology</a:t>
            </a:r>
            <a:r>
              <a:rPr lang="en-CA" sz="1100" dirty="0"/>
              <a:t>, </a:t>
            </a:r>
            <a:r>
              <a:rPr lang="en-CA" sz="1100" i="1" dirty="0"/>
              <a:t>71</a:t>
            </a:r>
            <a:r>
              <a:rPr lang="en-CA" sz="1100" dirty="0"/>
              <a:t>(2), 382–395. </a:t>
            </a:r>
            <a:r>
              <a:rPr lang="en-CA" sz="1100" dirty="0">
                <a:hlinkClick r:id="rId10"/>
              </a:rPr>
              <a:t>https://doi.org/10.1093/sysbio/syab038</a:t>
            </a:r>
            <a:endParaRPr lang="en-CA" sz="1100" dirty="0"/>
          </a:p>
          <a:p>
            <a:pPr marL="152400" indent="0">
              <a:buNone/>
            </a:pPr>
            <a:endParaRPr lang="en-CA" sz="1100" dirty="0"/>
          </a:p>
          <a:p>
            <a:pPr marL="152400" indent="0">
              <a:buNone/>
            </a:pPr>
            <a:endParaRPr lang="en-CA" dirty="0"/>
          </a:p>
          <a:p>
            <a:pPr marL="152400" indent="0">
              <a:buNone/>
            </a:pPr>
            <a:endParaRPr dirty="0"/>
          </a:p>
        </p:txBody>
      </p:sp>
    </p:spTree>
  </p:cSld>
  <p:clrMapOvr>
    <a:masterClrMapping/>
  </p:clrMapOvr>
</p:sld>
</file>

<file path=ppt/theme/theme1.xml><?xml version="1.0" encoding="utf-8"?>
<a:theme xmlns:a="http://schemas.openxmlformats.org/drawingml/2006/main" name="Conservation of Natural Areas Campaign by Slidesgo">
  <a:themeElements>
    <a:clrScheme name="Simple Light">
      <a:dk1>
        <a:srgbClr val="464646"/>
      </a:dk1>
      <a:lt1>
        <a:srgbClr val="FFFFFF"/>
      </a:lt1>
      <a:dk2>
        <a:srgbClr val="A4B472"/>
      </a:dk2>
      <a:lt2>
        <a:srgbClr val="CFDAAF"/>
      </a:lt2>
      <a:accent1>
        <a:srgbClr val="D8EEFC"/>
      </a:accent1>
      <a:accent2>
        <a:srgbClr val="5F7D95"/>
      </a:accent2>
      <a:accent3>
        <a:srgbClr val="FFFFFF"/>
      </a:accent3>
      <a:accent4>
        <a:srgbClr val="FFFFFF"/>
      </a:accent4>
      <a:accent5>
        <a:srgbClr val="FFFFFF"/>
      </a:accent5>
      <a:accent6>
        <a:srgbClr val="FFFFFF"/>
      </a:accent6>
      <a:hlink>
        <a:srgbClr val="46464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894</TotalTime>
  <Words>2250</Words>
  <Application>Microsoft Macintosh PowerPoint</Application>
  <PresentationFormat>On-screen Show (16:9)</PresentationFormat>
  <Paragraphs>188</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Domine</vt:lpstr>
      <vt:lpstr>Figtree Light</vt:lpstr>
      <vt:lpstr>Raleway</vt:lpstr>
      <vt:lpstr>Arial</vt:lpstr>
      <vt:lpstr>Aptos</vt:lpstr>
      <vt:lpstr>Nunito Light</vt:lpstr>
      <vt:lpstr>Figtree</vt:lpstr>
      <vt:lpstr>Conservation of Natural Areas Campaign by Slidesgo</vt:lpstr>
      <vt:lpstr>Exploring Tropical Montane Phylogenetic Community Structure of Carabidae</vt:lpstr>
      <vt:lpstr>PowerPoint Presentation</vt:lpstr>
      <vt:lpstr>Insect Biodiversity in Tropical Mountains</vt:lpstr>
      <vt:lpstr>Study Objective &amp; Competing Hypotheses</vt:lpstr>
      <vt:lpstr>Datasets  </vt:lpstr>
      <vt:lpstr>Analysis Pipeline</vt:lpstr>
      <vt:lpstr>Maximum Likelihood COI-5P Phylogeny of Tropical Carabidae (397 BINs) </vt:lpstr>
      <vt:lpstr>PowerPoint Presentation</vt:lpstr>
      <vt:lpstr>BIN Richness Decreases as Elevation Increases</vt:lpstr>
      <vt:lpstr>Low/Mid and Peak Elevations are Compositionally Homogenized, whereas Mid-High Transition Zone Reflects Turnover</vt:lpstr>
      <vt:lpstr>Low Elevations Have Similar Community Composition, Mid Elevations Exhibit Divergence, and High Elevations Contain Distinct Lineages</vt:lpstr>
      <vt:lpstr>NTI Increases with Elevation &amp; Mid/High Elevations Suggest Strong Clustering, unlike Low Elevations</vt:lpstr>
      <vt:lpstr>How Does Tropical Carabidae Phylogenetic Diversity Vary Across Elevations?</vt:lpstr>
      <vt:lpstr>PowerPoint Presentation</vt:lpstr>
      <vt:lpstr>Caveats &amp; Limitations</vt:lpstr>
      <vt:lpstr>Future Directions </vt:lpstr>
      <vt:lpstr>Reflection</vt:lpstr>
      <vt:lpstr>Acknowledgements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Rebecca Hest</cp:lastModifiedBy>
  <cp:revision>13</cp:revision>
  <dcterms:modified xsi:type="dcterms:W3CDTF">2025-12-04T13:52:48Z</dcterms:modified>
</cp:coreProperties>
</file>